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58" r:id="rId18"/>
    <p:sldId id="259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Dr. Md Mehedi Hasan" userId="S::mmhasan@aiub.edu::5eb39d97-deb0-466a-af4c-298e34812974" providerId="AD" clId="Web-{FF7E9CB2-71EC-0ED3-E8C5-5D11BF762138}"/>
    <pc:docChg chg="modSld">
      <pc:chgData name="Dr. Md Mehedi Hasan" userId="S::mmhasan@aiub.edu::5eb39d97-deb0-466a-af4c-298e34812974" providerId="AD" clId="Web-{FF7E9CB2-71EC-0ED3-E8C5-5D11BF762138}" dt="2022-02-06T08:39:41.739" v="4" actId="20577"/>
      <pc:docMkLst>
        <pc:docMk/>
      </pc:docMkLst>
      <pc:sldChg chg="modSp">
        <pc:chgData name="Dr. Md Mehedi Hasan" userId="S::mmhasan@aiub.edu::5eb39d97-deb0-466a-af4c-298e34812974" providerId="AD" clId="Web-{FF7E9CB2-71EC-0ED3-E8C5-5D11BF762138}" dt="2022-02-06T07:59:10.423" v="0" actId="20577"/>
        <pc:sldMkLst>
          <pc:docMk/>
          <pc:sldMk cId="700707328" sldId="256"/>
        </pc:sldMkLst>
        <pc:spChg chg="mod">
          <ac:chgData name="Dr. Md Mehedi Hasan" userId="S::mmhasan@aiub.edu::5eb39d97-deb0-466a-af4c-298e34812974" providerId="AD" clId="Web-{FF7E9CB2-71EC-0ED3-E8C5-5D11BF762138}" dt="2022-02-06T07:59:10.423" v="0" actId="20577"/>
          <ac:spMkLst>
            <pc:docMk/>
            <pc:sldMk cId="700707328" sldId="256"/>
            <ac:spMk id="2" creationId="{00000000-0000-0000-0000-000000000000}"/>
          </ac:spMkLst>
        </pc:spChg>
      </pc:sldChg>
      <pc:sldChg chg="modSp">
        <pc:chgData name="Dr. Md Mehedi Hasan" userId="S::mmhasan@aiub.edu::5eb39d97-deb0-466a-af4c-298e34812974" providerId="AD" clId="Web-{FF7E9CB2-71EC-0ED3-E8C5-5D11BF762138}" dt="2022-02-06T08:39:41.739" v="4" actId="20577"/>
        <pc:sldMkLst>
          <pc:docMk/>
          <pc:sldMk cId="1020089460" sldId="271"/>
        </pc:sldMkLst>
        <pc:spChg chg="mod">
          <ac:chgData name="Dr. Md Mehedi Hasan" userId="S::mmhasan@aiub.edu::5eb39d97-deb0-466a-af4c-298e34812974" providerId="AD" clId="Web-{FF7E9CB2-71EC-0ED3-E8C5-5D11BF762138}" dt="2022-02-06T08:39:41.739" v="4" actId="20577"/>
          <ac:spMkLst>
            <pc:docMk/>
            <pc:sldMk cId="1020089460" sldId="271"/>
            <ac:spMk id="2" creationId="{00000000-0000-0000-0000-000000000000}"/>
          </ac:spMkLst>
        </pc:spChg>
      </pc:sldChg>
    </pc:docChg>
  </pc:docChgLst>
  <pc:docChgLst>
    <pc:chgData name="Faruk Abdullah" userId="e52374dd587ef96a" providerId="LiveId" clId="{DB382638-A211-4F14-A73C-65A9FC0F3F0C}"/>
    <pc:docChg chg="custSel modSld">
      <pc:chgData name="Faruk Abdullah" userId="e52374dd587ef96a" providerId="LiveId" clId="{DB382638-A211-4F14-A73C-65A9FC0F3F0C}" dt="2023-06-26T05:44:53.335" v="18"/>
      <pc:docMkLst>
        <pc:docMk/>
      </pc:docMkLst>
      <pc:sldChg chg="modSp mod">
        <pc:chgData name="Faruk Abdullah" userId="e52374dd587ef96a" providerId="LiveId" clId="{DB382638-A211-4F14-A73C-65A9FC0F3F0C}" dt="2023-06-26T05:44:53.335" v="18"/>
        <pc:sldMkLst>
          <pc:docMk/>
          <pc:sldMk cId="700707328" sldId="256"/>
        </pc:sldMkLst>
        <pc:spChg chg="mod">
          <ac:chgData name="Faruk Abdullah" userId="e52374dd587ef96a" providerId="LiveId" clId="{DB382638-A211-4F14-A73C-65A9FC0F3F0C}" dt="2023-06-26T05:44:53.335" v="18"/>
          <ac:spMkLst>
            <pc:docMk/>
            <pc:sldMk cId="700707328" sldId="256"/>
            <ac:spMk id="3" creationId="{00000000-0000-0000-0000-000000000000}"/>
          </ac:spMkLst>
        </pc:spChg>
        <pc:spChg chg="mod">
          <ac:chgData name="Faruk Abdullah" userId="e52374dd587ef96a" providerId="LiveId" clId="{DB382638-A211-4F14-A73C-65A9FC0F3F0C}" dt="2023-06-26T05:44:36.311" v="16" actId="27636"/>
          <ac:spMkLst>
            <pc:docMk/>
            <pc:sldMk cId="700707328" sldId="256"/>
            <ac:spMk id="8" creationId="{FF0F860A-68ED-3A45-9B2E-50E8CE1BC6B7}"/>
          </ac:spMkLst>
        </pc:spChg>
        <pc:graphicFrameChg chg="modGraphic">
          <ac:chgData name="Faruk Abdullah" userId="e52374dd587ef96a" providerId="LiveId" clId="{DB382638-A211-4F14-A73C-65A9FC0F3F0C}" dt="2023-06-26T05:43:55.325" v="1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S::mmhasan@aiub.edu::5eb39d97-deb0-466a-af4c-298e34812974" providerId="AD" clId="Web-{383EE98A-63D5-3AAE-D200-3A5B1997E149}"/>
    <pc:docChg chg="modSld">
      <pc:chgData name="Dr. Md Mehedi Hasan" userId="S::mmhasan@aiub.edu::5eb39d97-deb0-466a-af4c-298e34812974" providerId="AD" clId="Web-{383EE98A-63D5-3AAE-D200-3A5B1997E149}" dt="2022-02-05T16:08:56.050" v="79"/>
      <pc:docMkLst>
        <pc:docMk/>
      </pc:docMkLst>
      <pc:sldChg chg="modSp">
        <pc:chgData name="Dr. Md Mehedi Hasan" userId="S::mmhasan@aiub.edu::5eb39d97-deb0-466a-af4c-298e34812974" providerId="AD" clId="Web-{383EE98A-63D5-3AAE-D200-3A5B1997E149}" dt="2022-02-05T16:08:56.050" v="79"/>
        <pc:sldMkLst>
          <pc:docMk/>
          <pc:sldMk cId="700707328" sldId="256"/>
        </pc:sldMkLst>
        <pc:graphicFrameChg chg="mod modGraphic">
          <ac:chgData name="Dr. Md Mehedi Hasan" userId="S::mmhasan@aiub.edu::5eb39d97-deb0-466a-af4c-298e34812974" providerId="AD" clId="Web-{383EE98A-63D5-3AAE-D200-3A5B1997E149}" dt="2022-02-05T16:08:56.050" v="79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892969" y="1151930"/>
            <a:ext cx="7358063" cy="2321719"/>
          </a:xfrm>
          <a:prstGeom prst="rect">
            <a:avLst/>
          </a:prstGeom>
        </p:spPr>
        <p:txBody>
          <a:bodyPr anchor="b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625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892969" y="3536156"/>
            <a:ext cx="7358063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50"/>
            </a:lvl1pPr>
            <a:lvl2pPr marL="0" indent="160729" algn="ctr">
              <a:spcBef>
                <a:spcPts val="0"/>
              </a:spcBef>
              <a:buSzTx/>
              <a:buNone/>
              <a:defRPr sz="2250"/>
            </a:lvl2pPr>
            <a:lvl3pPr marL="0" indent="321457" algn="ctr">
              <a:spcBef>
                <a:spcPts val="0"/>
              </a:spcBef>
              <a:buSzTx/>
              <a:buNone/>
              <a:defRPr sz="2250"/>
            </a:lvl3pPr>
            <a:lvl4pPr marL="0" indent="482186" algn="ctr">
              <a:spcBef>
                <a:spcPts val="0"/>
              </a:spcBef>
              <a:buSzTx/>
              <a:buNone/>
              <a:defRPr sz="2250"/>
            </a:lvl4pPr>
            <a:lvl5pPr marL="0" indent="642915" algn="ctr">
              <a:spcBef>
                <a:spcPts val="0"/>
              </a:spcBef>
              <a:buSzTx/>
              <a:buNone/>
              <a:defRPr sz="225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294057939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assembly_programming/index.htm" TargetMode="Externa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Learn Syntax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</a:t>
            </a:r>
            <a:r>
              <a:rPr lang="en-US"/>
              <a:t>Code: COE 3205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970431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647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36289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582451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&amp; Architecture 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2196097"/>
            <a:ext cx="8272283" cy="221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sz="2400" dirty="0"/>
              <a:t>Learn Syntax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400" dirty="0"/>
              <a:t>Variable declarations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400" dirty="0"/>
              <a:t>Introduction of basic data movement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400" dirty="0"/>
              <a:t>Program organization: Code, Data and stack</a:t>
            </a:r>
          </a:p>
          <a:p>
            <a:pPr marL="457200" marR="0" lvl="0" indent="-457200" algn="just">
              <a:lnSpc>
                <a:spcPct val="103000"/>
              </a:lnSpc>
              <a:spcBef>
                <a:spcPts val="0"/>
              </a:spcBef>
              <a:spcAft>
                <a:spcPts val="50"/>
              </a:spcAft>
              <a:buFont typeface="+mj-lt"/>
              <a:buAutoNum type="arabicPeriod"/>
            </a:pP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512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106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Instructions: XCHG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3260" y="1877204"/>
            <a:ext cx="8572250" cy="2189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 is used to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exchange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contents between two registers or register and memory-location.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Syntax: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XCHG    destination, source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XCHG    AH, BL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[reads exchange value of AH with BL]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13327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106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</a:rPr>
              <a:t>Instructions: ADD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2022254"/>
            <a:ext cx="8544955" cy="17643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 is used to add content of two registers, register and memory-location or add a number to register or memory location.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Syntax: ADD    destination, source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ADD     WORD1,AX [reads Add AX to WORD1]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77136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106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Instructions: SUB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1864522"/>
            <a:ext cx="8504012" cy="2189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used to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subtract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content of two registers, register and memory-location or subtract a number from register or memory location.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Syntax: SUB    destination, source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SUB     AX,DX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[reads Subtract DX from AX]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86722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106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Instructions: INC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012561"/>
            <a:ext cx="8326591" cy="17643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used to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the contents of a register or memory-location.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Syntax: INC   destination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INC     WORD1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[reads Add 1 to WORD1]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37246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106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Instructions: DEC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2040341"/>
            <a:ext cx="8326591" cy="17643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used to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subtract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from the contents of a register or memory-location.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Syntax: DEC   destination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DEC     WORD1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[reads subtract 1 from WORD1]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19729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106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Instructions: NEG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1864522"/>
            <a:ext cx="8544955" cy="17643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NEG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used to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negate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contents of the destination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NEG does this by replacing the contents by its two’s complement.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Syntax: NEG     destination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NEG     BX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[reads negate the contents of BX]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7050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106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Agreement of Operator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195268"/>
            <a:ext cx="8394830" cy="2189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operand of the preceding two-operand instruction MUST be same type. (i.e. both bytes or words). Thus,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 AX,BYTE1    ; its illegal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 AH,’A’           ; legal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 AX,’A’            ; legal if source is a word 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05824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106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Program Structure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1864463"/>
            <a:ext cx="8340239" cy="360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program Consist of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Each part occupies memory segments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Program segment is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translated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into memory segment by assembler.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size of code and data of a program can be specified by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memory model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using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.MODEL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directive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.MODEL       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Memory_model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.MODEL        SMALL [Code in ONE segment and Data in one segment]</a:t>
            </a:r>
            <a:endParaRPr lang="en-US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81072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106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Stack Segment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1744348"/>
            <a:ext cx="8572250" cy="3888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Allocate a block of memory (stack area) to store the stack.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stack area should be big enough to contain the stack at its maximum size.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Declaration: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.STACK          size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.STACK          100H 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Allocates 100 bytes for stack area reasonable size for most applications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size is omitted 1KB is allocated for stack area.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99487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106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Data Segment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1864522"/>
            <a:ext cx="8463068" cy="3888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Contains all the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variable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definitions and sometimes Constant definitions (constant does not take any memory).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declare data segment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.DATA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directive is used followed by variable and constant declaration.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.DATA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WORD1       DW    2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BYTE1         DB     1      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MSG            DB    ‘THIS IS A MESSAGE’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MASK          EQU  10010001B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61784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106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Code Segment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1864522"/>
            <a:ext cx="8394830" cy="4312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Contains the program’s instructions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Declaration: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.CODE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name [name is optional]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There is no need of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SMALL program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Inside a code segment, instructions are organized as procedures.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 PROC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; body of the procedure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name ENDP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Here name = name of the procedure. PROC and ENDP are pseudo-ops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21020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106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Program Structure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1712310"/>
            <a:ext cx="8558603" cy="465819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.MODEL        SMALL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.STACK          100H 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.DATA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data definitions here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latin typeface="Times New Roman"/>
                <a:ea typeface="Times New Roman" panose="02020603050405020304" pitchFamily="18" charset="0"/>
                <a:cs typeface="Times New Roman"/>
              </a:rPr>
              <a:t>.	CODE MAIN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MAIN PROC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;instructions go here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MAIN ENDP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;other procedures go here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 MAIN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*** The last line of the program should be the END directive, followed by the name of main procedure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08946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106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Instruction: LEA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004107"/>
            <a:ext cx="8367534" cy="17643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LEA: Load Effective address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 destination, source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 puts copy of the source offset address into the destination.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i.e. LEA DX, MSG   ; will load address of MSG to DX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74572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106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Program Segment Prefix (PSP)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1864522"/>
            <a:ext cx="8667785" cy="4312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PSP contains information about the program to facilitate the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program access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this area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DOS places its segment number in both  DS and ES before program execution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Usually, DS does not contain the segment number of the data segment.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Thus, a program with data segment will start with these two instruction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 AX,@DATA   [name of data segment define in .DATA]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 DS,AX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17624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81890" y="1942145"/>
            <a:ext cx="75368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>
                <a:hlinkClick r:id="rId2"/>
              </a:rPr>
              <a:t>https://www.tutorialspoint.com/assembly_programming/index.htm</a:t>
            </a:r>
            <a:endParaRPr lang="en-US" dirty="0"/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386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678873" y="1998023"/>
            <a:ext cx="763385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sz="2000" dirty="0">
                <a:ea typeface="Times New Roman" panose="02020603050405020304" pitchFamily="18" charset="0"/>
              </a:rPr>
              <a:t>and Charles </a:t>
            </a:r>
            <a:r>
              <a:rPr lang="en-US" sz="2000" dirty="0" err="1">
                <a:ea typeface="Times New Roman" panose="02020603050405020304" pitchFamily="18" charset="0"/>
              </a:rPr>
              <a:t>Marut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sz="20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67035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65</TotalTime>
  <Words>914</Words>
  <Application>Microsoft Office PowerPoint</Application>
  <PresentationFormat>On-screen Show (4:3)</PresentationFormat>
  <Paragraphs>121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Corbel</vt:lpstr>
      <vt:lpstr>Times New Roman</vt:lpstr>
      <vt:lpstr>Wingdings</vt:lpstr>
      <vt:lpstr>Spectrum</vt:lpstr>
      <vt:lpstr>Learn Syntax</vt:lpstr>
      <vt:lpstr>Lecture Outline</vt:lpstr>
      <vt:lpstr>Instructions: XCHG</vt:lpstr>
      <vt:lpstr>Instructions: ADD</vt:lpstr>
      <vt:lpstr>Instructions: SUB</vt:lpstr>
      <vt:lpstr>Instructions: INC</vt:lpstr>
      <vt:lpstr>Instructions: DEC</vt:lpstr>
      <vt:lpstr>Instructions: NEG</vt:lpstr>
      <vt:lpstr>Agreement of Operator</vt:lpstr>
      <vt:lpstr>Program Structure</vt:lpstr>
      <vt:lpstr>Stack Segment</vt:lpstr>
      <vt:lpstr>Data Segment</vt:lpstr>
      <vt:lpstr>Code Segment</vt:lpstr>
      <vt:lpstr>Program Structure</vt:lpstr>
      <vt:lpstr>Instruction: LEA</vt:lpstr>
      <vt:lpstr>Program Segment Prefix (PSP)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Faruk Abdullah</cp:lastModifiedBy>
  <cp:revision>25</cp:revision>
  <dcterms:created xsi:type="dcterms:W3CDTF">2018-12-10T17:20:29Z</dcterms:created>
  <dcterms:modified xsi:type="dcterms:W3CDTF">2023-06-26T05:44:55Z</dcterms:modified>
</cp:coreProperties>
</file>