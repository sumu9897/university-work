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66" r:id="rId4"/>
    <p:sldId id="268" r:id="rId5"/>
    <p:sldId id="269" r:id="rId6"/>
    <p:sldId id="270" r:id="rId7"/>
    <p:sldId id="271" r:id="rId8"/>
    <p:sldId id="272" r:id="rId9"/>
    <p:sldId id="273" r:id="rId10"/>
    <p:sldId id="275" r:id="rId11"/>
    <p:sldId id="276" r:id="rId12"/>
    <p:sldId id="277" r:id="rId13"/>
    <p:sldId id="278" r:id="rId14"/>
    <p:sldId id="279" r:id="rId15"/>
    <p:sldId id="280" r:id="rId16"/>
    <p:sldId id="281" r:id="rId17"/>
    <p:sldId id="282" r:id="rId18"/>
    <p:sldId id="283" r:id="rId19"/>
    <p:sldId id="285" r:id="rId20"/>
    <p:sldId id="290" r:id="rId21"/>
    <p:sldId id="284" r:id="rId22"/>
    <p:sldId id="286" r:id="rId23"/>
    <p:sldId id="287" r:id="rId24"/>
    <p:sldId id="288" r:id="rId25"/>
    <p:sldId id="289" r:id="rId26"/>
    <p:sldId id="291" r:id="rId27"/>
    <p:sldId id="292" r:id="rId28"/>
    <p:sldId id="293" r:id="rId29"/>
    <p:sldId id="294" r:id="rId30"/>
    <p:sldId id="295" r:id="rId31"/>
    <p:sldId id="296" r:id="rId32"/>
    <p:sldId id="297" r:id="rId33"/>
    <p:sldId id="298" r:id="rId34"/>
    <p:sldId id="299" r:id="rId35"/>
    <p:sldId id="300" r:id="rId36"/>
    <p:sldId id="301" r:id="rId37"/>
    <p:sldId id="267" r:id="rId38"/>
    <p:sldId id="264" r:id="rId39"/>
    <p:sldId id="265" r:id="rId4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98CDBC6-D95A-4553-971A-7E4501FC6422}" v="1" dt="2023-06-02T14:55:30.49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08"/>
    <p:restoredTop sz="94724"/>
  </p:normalViewPr>
  <p:slideViewPr>
    <p:cSldViewPr snapToGrid="0" snapToObjects="1">
      <p:cViewPr varScale="1">
        <p:scale>
          <a:sx n="59" d="100"/>
          <a:sy n="59" d="100"/>
        </p:scale>
        <p:origin x="1500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r. Md Mehedi Hasan" userId="5eb39d97-deb0-466a-af4c-298e34812974" providerId="ADAL" clId="{4B0191EE-540D-4912-A2C6-FEA8C00FA34D}"/>
    <pc:docChg chg="modSld">
      <pc:chgData name="Dr. Md Mehedi Hasan" userId="5eb39d97-deb0-466a-af4c-298e34812974" providerId="ADAL" clId="{4B0191EE-540D-4912-A2C6-FEA8C00FA34D}" dt="2022-05-31T08:08:26.950" v="13" actId="20577"/>
      <pc:docMkLst>
        <pc:docMk/>
      </pc:docMkLst>
      <pc:sldChg chg="modSp mod">
        <pc:chgData name="Dr. Md Mehedi Hasan" userId="5eb39d97-deb0-466a-af4c-298e34812974" providerId="ADAL" clId="{4B0191EE-540D-4912-A2C6-FEA8C00FA34D}" dt="2022-05-31T08:08:26.950" v="13" actId="20577"/>
        <pc:sldMkLst>
          <pc:docMk/>
          <pc:sldMk cId="3578943810" sldId="283"/>
        </pc:sldMkLst>
        <pc:spChg chg="mod">
          <ac:chgData name="Dr. Md Mehedi Hasan" userId="5eb39d97-deb0-466a-af4c-298e34812974" providerId="ADAL" clId="{4B0191EE-540D-4912-A2C6-FEA8C00FA34D}" dt="2022-05-31T08:08:26.950" v="13" actId="20577"/>
          <ac:spMkLst>
            <pc:docMk/>
            <pc:sldMk cId="3578943810" sldId="283"/>
            <ac:spMk id="5" creationId="{3322CB79-31E6-2043-9768-6699756B1FD4}"/>
          </ac:spMkLst>
        </pc:spChg>
      </pc:sldChg>
    </pc:docChg>
  </pc:docChgLst>
  <pc:docChgLst>
    <pc:chgData name="Faruk Abdullah" userId="e52374dd587ef96a" providerId="LiveId" clId="{598CDBC6-D95A-4553-971A-7E4501FC6422}"/>
    <pc:docChg chg="modSld">
      <pc:chgData name="Faruk Abdullah" userId="e52374dd587ef96a" providerId="LiveId" clId="{598CDBC6-D95A-4553-971A-7E4501FC6422}" dt="2023-06-02T14:55:30.497" v="0"/>
      <pc:docMkLst>
        <pc:docMk/>
      </pc:docMkLst>
      <pc:sldChg chg="modSp">
        <pc:chgData name="Faruk Abdullah" userId="e52374dd587ef96a" providerId="LiveId" clId="{598CDBC6-D95A-4553-971A-7E4501FC6422}" dt="2023-06-02T14:55:30.497" v="0"/>
        <pc:sldMkLst>
          <pc:docMk/>
          <pc:sldMk cId="700707328" sldId="256"/>
        </pc:sldMkLst>
        <pc:graphicFrameChg chg="mod">
          <ac:chgData name="Faruk Abdullah" userId="e52374dd587ef96a" providerId="LiveId" clId="{598CDBC6-D95A-4553-971A-7E4501FC6422}" dt="2023-06-02T14:55:30.497" v="0"/>
          <ac:graphicFrameMkLst>
            <pc:docMk/>
            <pc:sldMk cId="700707328" sldId="256"/>
            <ac:graphicFrameMk id="7" creationId="{29FF08AD-7519-4C4A-8E0D-640DF5BB5E58}"/>
          </ac:graphicFrameMkLst>
        </pc:graphicFrameChg>
      </pc:sldChg>
    </pc:docChg>
  </pc:docChgLst>
  <pc:docChgLst>
    <pc:chgData name="Dr. Md Mehedi Hasan" userId="S::mmhasan@aiub.edu::5eb39d97-deb0-466a-af4c-298e34812974" providerId="AD" clId="Web-{F203917A-7D88-E297-76F5-B9757CBD34A9}"/>
    <pc:docChg chg="modSld">
      <pc:chgData name="Dr. Md Mehedi Hasan" userId="S::mmhasan@aiub.edu::5eb39d97-deb0-466a-af4c-298e34812974" providerId="AD" clId="Web-{F203917A-7D88-E297-76F5-B9757CBD34A9}" dt="2022-02-01T04:00:11.079" v="69"/>
      <pc:docMkLst>
        <pc:docMk/>
      </pc:docMkLst>
      <pc:sldChg chg="modSp">
        <pc:chgData name="Dr. Md Mehedi Hasan" userId="S::mmhasan@aiub.edu::5eb39d97-deb0-466a-af4c-298e34812974" providerId="AD" clId="Web-{F203917A-7D88-E297-76F5-B9757CBD34A9}" dt="2022-02-01T04:00:11.079" v="69"/>
        <pc:sldMkLst>
          <pc:docMk/>
          <pc:sldMk cId="700707328" sldId="256"/>
        </pc:sldMkLst>
        <pc:graphicFrameChg chg="mod modGraphic">
          <ac:chgData name="Dr. Md Mehedi Hasan" userId="S::mmhasan@aiub.edu::5eb39d97-deb0-466a-af4c-298e34812974" providerId="AD" clId="Web-{F203917A-7D88-E297-76F5-B9757CBD34A9}" dt="2022-02-01T04:00:11.079" v="69"/>
          <ac:graphicFrameMkLst>
            <pc:docMk/>
            <pc:sldMk cId="700707328" sldId="256"/>
            <ac:graphicFrameMk id="7" creationId="{29FF08AD-7519-4C4A-8E0D-640DF5BB5E58}"/>
          </ac:graphicFrameMkLst>
        </pc:graphicFrameChg>
      </pc:sldChg>
    </pc:docChg>
  </pc:docChgLst>
  <pc:docChgLst>
    <pc:chgData name="Dr. Md Mehedi Hasan" userId="5eb39d97-deb0-466a-af4c-298e34812974" providerId="ADAL" clId="{7C3821DB-D72D-486D-BFBF-D27059FBD059}"/>
    <pc:docChg chg="modSld">
      <pc:chgData name="Dr. Md Mehedi Hasan" userId="5eb39d97-deb0-466a-af4c-298e34812974" providerId="ADAL" clId="{7C3821DB-D72D-486D-BFBF-D27059FBD059}" dt="2022-05-24T04:37:53.968" v="15" actId="20577"/>
      <pc:docMkLst>
        <pc:docMk/>
      </pc:docMkLst>
      <pc:sldChg chg="modSp mod">
        <pc:chgData name="Dr. Md Mehedi Hasan" userId="5eb39d97-deb0-466a-af4c-298e34812974" providerId="ADAL" clId="{7C3821DB-D72D-486D-BFBF-D27059FBD059}" dt="2022-05-24T04:37:53.968" v="15" actId="20577"/>
        <pc:sldMkLst>
          <pc:docMk/>
          <pc:sldMk cId="700707328" sldId="256"/>
        </pc:sldMkLst>
        <pc:graphicFrameChg chg="modGraphic">
          <ac:chgData name="Dr. Md Mehedi Hasan" userId="5eb39d97-deb0-466a-af4c-298e34812974" providerId="ADAL" clId="{7C3821DB-D72D-486D-BFBF-D27059FBD059}" dt="2022-05-24T04:37:53.968" v="15" actId="20577"/>
          <ac:graphicFrameMkLst>
            <pc:docMk/>
            <pc:sldMk cId="700707328" sldId="256"/>
            <ac:graphicFrameMk id="7" creationId="{29FF08AD-7519-4C4A-8E0D-640DF5BB5E58}"/>
          </ac:graphicFrameMkLst>
        </pc:graphicFrameChg>
      </pc:sldChg>
    </pc:docChg>
  </pc:docChgLst>
  <pc:docChgLst>
    <pc:chgData name="Dr. Md Mehedi Hasan" userId="S::mmhasan@aiub.edu::5eb39d97-deb0-466a-af4c-298e34812974" providerId="AD" clId="Web-{74FFFF43-CF37-1B4A-1602-4B17F06DD6DC}"/>
    <pc:docChg chg="modSld">
      <pc:chgData name="Dr. Md Mehedi Hasan" userId="S::mmhasan@aiub.edu::5eb39d97-deb0-466a-af4c-298e34812974" providerId="AD" clId="Web-{74FFFF43-CF37-1B4A-1602-4B17F06DD6DC}" dt="2022-01-31T16:50:29.085" v="7" actId="20577"/>
      <pc:docMkLst>
        <pc:docMk/>
      </pc:docMkLst>
      <pc:sldChg chg="modSp">
        <pc:chgData name="Dr. Md Mehedi Hasan" userId="S::mmhasan@aiub.edu::5eb39d97-deb0-466a-af4c-298e34812974" providerId="AD" clId="Web-{74FFFF43-CF37-1B4A-1602-4B17F06DD6DC}" dt="2022-01-31T16:50:29.085" v="7" actId="20577"/>
        <pc:sldMkLst>
          <pc:docMk/>
          <pc:sldMk cId="2205635402" sldId="270"/>
        </pc:sldMkLst>
        <pc:spChg chg="mod">
          <ac:chgData name="Dr. Md Mehedi Hasan" userId="S::mmhasan@aiub.edu::5eb39d97-deb0-466a-af4c-298e34812974" providerId="AD" clId="Web-{74FFFF43-CF37-1B4A-1602-4B17F06DD6DC}" dt="2022-01-31T16:50:29.085" v="7" actId="20577"/>
          <ac:spMkLst>
            <pc:docMk/>
            <pc:sldMk cId="2205635402" sldId="270"/>
            <ac:spMk id="6" creationId="{37C26D19-85DA-834B-9600-C9820C508897}"/>
          </ac:spMkLst>
        </pc:spChg>
      </pc:sldChg>
    </pc:docChg>
  </pc:docChgLst>
  <pc:docChgLst>
    <pc:chgData name="MD. ISMAIL HOSSEN" userId="a4e88416-0835-49b4-bf11-1bffe063ddad" providerId="ADAL" clId="{8066A1B7-F7E4-441A-95F4-2D7C5F5723BD}"/>
    <pc:docChg chg="undo redo custSel addSld delSld modSld">
      <pc:chgData name="MD. ISMAIL HOSSEN" userId="a4e88416-0835-49b4-bf11-1bffe063ddad" providerId="ADAL" clId="{8066A1B7-F7E4-441A-95F4-2D7C5F5723BD}" dt="2020-04-22T11:59:21.728" v="1015" actId="20577"/>
      <pc:docMkLst>
        <pc:docMk/>
      </pc:docMkLst>
      <pc:sldChg chg="addSp delSp modSp">
        <pc:chgData name="MD. ISMAIL HOSSEN" userId="a4e88416-0835-49b4-bf11-1bffe063ddad" providerId="ADAL" clId="{8066A1B7-F7E4-441A-95F4-2D7C5F5723BD}" dt="2020-04-22T05:18:07.871" v="15" actId="20577"/>
        <pc:sldMkLst>
          <pc:docMk/>
          <pc:sldMk cId="700707328" sldId="256"/>
        </pc:sldMkLst>
        <pc:spChg chg="mod">
          <ac:chgData name="MD. ISMAIL HOSSEN" userId="a4e88416-0835-49b4-bf11-1bffe063ddad" providerId="ADAL" clId="{8066A1B7-F7E4-441A-95F4-2D7C5F5723BD}" dt="2020-04-22T05:13:48.427" v="1" actId="27636"/>
          <ac:spMkLst>
            <pc:docMk/>
            <pc:sldMk cId="700707328" sldId="256"/>
            <ac:spMk id="2" creationId="{00000000-0000-0000-0000-000000000000}"/>
          </ac:spMkLst>
        </pc:spChg>
        <pc:spChg chg="mod">
          <ac:chgData name="MD. ISMAIL HOSSEN" userId="a4e88416-0835-49b4-bf11-1bffe063ddad" providerId="ADAL" clId="{8066A1B7-F7E4-441A-95F4-2D7C5F5723BD}" dt="2020-04-22T05:17:55.286" v="11" actId="313"/>
          <ac:spMkLst>
            <pc:docMk/>
            <pc:sldMk cId="700707328" sldId="256"/>
            <ac:spMk id="3" creationId="{00000000-0000-0000-0000-000000000000}"/>
          </ac:spMkLst>
        </pc:spChg>
        <pc:spChg chg="add del">
          <ac:chgData name="MD. ISMAIL HOSSEN" userId="a4e88416-0835-49b4-bf11-1bffe063ddad" providerId="ADAL" clId="{8066A1B7-F7E4-441A-95F4-2D7C5F5723BD}" dt="2020-04-22T05:17:34.171" v="5"/>
          <ac:spMkLst>
            <pc:docMk/>
            <pc:sldMk cId="700707328" sldId="256"/>
            <ac:spMk id="5" creationId="{E377AC92-0BB3-41F9-96CE-2689BB4F4CEF}"/>
          </ac:spMkLst>
        </pc:spChg>
        <pc:spChg chg="mod">
          <ac:chgData name="MD. ISMAIL HOSSEN" userId="a4e88416-0835-49b4-bf11-1bffe063ddad" providerId="ADAL" clId="{8066A1B7-F7E4-441A-95F4-2D7C5F5723BD}" dt="2020-04-22T05:17:49.423" v="10" actId="27636"/>
          <ac:spMkLst>
            <pc:docMk/>
            <pc:sldMk cId="700707328" sldId="256"/>
            <ac:spMk id="8" creationId="{FF0F860A-68ED-3A45-9B2E-50E8CE1BC6B7}"/>
          </ac:spMkLst>
        </pc:spChg>
        <pc:graphicFrameChg chg="modGraphic">
          <ac:chgData name="MD. ISMAIL HOSSEN" userId="a4e88416-0835-49b4-bf11-1bffe063ddad" providerId="ADAL" clId="{8066A1B7-F7E4-441A-95F4-2D7C5F5723BD}" dt="2020-04-22T05:18:07.871" v="15" actId="20577"/>
          <ac:graphicFrameMkLst>
            <pc:docMk/>
            <pc:sldMk cId="700707328" sldId="256"/>
            <ac:graphicFrameMk id="7" creationId="{29FF08AD-7519-4C4A-8E0D-640DF5BB5E58}"/>
          </ac:graphicFrameMkLst>
        </pc:graphicFrameChg>
      </pc:sldChg>
      <pc:sldChg chg="modSp">
        <pc:chgData name="MD. ISMAIL HOSSEN" userId="a4e88416-0835-49b4-bf11-1bffe063ddad" providerId="ADAL" clId="{8066A1B7-F7E4-441A-95F4-2D7C5F5723BD}" dt="2020-04-22T11:08:56.883" v="823"/>
        <pc:sldMkLst>
          <pc:docMk/>
          <pc:sldMk cId="424874041" sldId="257"/>
        </pc:sldMkLst>
        <pc:spChg chg="mod">
          <ac:chgData name="MD. ISMAIL HOSSEN" userId="a4e88416-0835-49b4-bf11-1bffe063ddad" providerId="ADAL" clId="{8066A1B7-F7E4-441A-95F4-2D7C5F5723BD}" dt="2020-04-22T11:08:56.883" v="823"/>
          <ac:spMkLst>
            <pc:docMk/>
            <pc:sldMk cId="424874041" sldId="257"/>
            <ac:spMk id="3" creationId="{00000000-0000-0000-0000-000000000000}"/>
          </ac:spMkLst>
        </pc:spChg>
      </pc:sldChg>
      <pc:sldChg chg="modSp">
        <pc:chgData name="MD. ISMAIL HOSSEN" userId="a4e88416-0835-49b4-bf11-1bffe063ddad" providerId="ADAL" clId="{8066A1B7-F7E4-441A-95F4-2D7C5F5723BD}" dt="2020-04-22T11:17:01.552" v="858" actId="20577"/>
        <pc:sldMkLst>
          <pc:docMk/>
          <pc:sldMk cId="1923382373" sldId="264"/>
        </pc:sldMkLst>
        <pc:spChg chg="mod">
          <ac:chgData name="MD. ISMAIL HOSSEN" userId="a4e88416-0835-49b4-bf11-1bffe063ddad" providerId="ADAL" clId="{8066A1B7-F7E4-441A-95F4-2D7C5F5723BD}" dt="2020-04-22T11:17:01.552" v="858" actId="20577"/>
          <ac:spMkLst>
            <pc:docMk/>
            <pc:sldMk cId="1923382373" sldId="264"/>
            <ac:spMk id="4" creationId="{00000000-0000-0000-0000-000000000000}"/>
          </ac:spMkLst>
        </pc:spChg>
        <pc:spChg chg="mod">
          <ac:chgData name="MD. ISMAIL HOSSEN" userId="a4e88416-0835-49b4-bf11-1bffe063ddad" providerId="ADAL" clId="{8066A1B7-F7E4-441A-95F4-2D7C5F5723BD}" dt="2020-04-22T11:16:45.176" v="856" actId="12"/>
          <ac:spMkLst>
            <pc:docMk/>
            <pc:sldMk cId="1923382373" sldId="264"/>
            <ac:spMk id="5" creationId="{F2944A7F-5AE5-EC49-82AF-722C8C8F62C6}"/>
          </ac:spMkLst>
        </pc:spChg>
      </pc:sldChg>
      <pc:sldChg chg="modSp">
        <pc:chgData name="MD. ISMAIL HOSSEN" userId="a4e88416-0835-49b4-bf11-1bffe063ddad" providerId="ADAL" clId="{8066A1B7-F7E4-441A-95F4-2D7C5F5723BD}" dt="2020-04-22T11:59:21.728" v="1015" actId="20577"/>
        <pc:sldMkLst>
          <pc:docMk/>
          <pc:sldMk cId="3224969828" sldId="265"/>
        </pc:sldMkLst>
        <pc:spChg chg="mod">
          <ac:chgData name="MD. ISMAIL HOSSEN" userId="a4e88416-0835-49b4-bf11-1bffe063ddad" providerId="ADAL" clId="{8066A1B7-F7E4-441A-95F4-2D7C5F5723BD}" dt="2020-04-22T11:59:21.728" v="1015" actId="20577"/>
          <ac:spMkLst>
            <pc:docMk/>
            <pc:sldMk cId="3224969828" sldId="265"/>
            <ac:spMk id="3" creationId="{56CD2EA8-B54C-CE4F-A943-BFB367453E0E}"/>
          </ac:spMkLst>
        </pc:spChg>
      </pc:sldChg>
      <pc:sldChg chg="modSp">
        <pc:chgData name="MD. ISMAIL HOSSEN" userId="a4e88416-0835-49b4-bf11-1bffe063ddad" providerId="ADAL" clId="{8066A1B7-F7E4-441A-95F4-2D7C5F5723BD}" dt="2020-04-22T05:20:49.129" v="26" actId="20577"/>
        <pc:sldMkLst>
          <pc:docMk/>
          <pc:sldMk cId="2134390752" sldId="266"/>
        </pc:sldMkLst>
        <pc:spChg chg="mod">
          <ac:chgData name="MD. ISMAIL HOSSEN" userId="a4e88416-0835-49b4-bf11-1bffe063ddad" providerId="ADAL" clId="{8066A1B7-F7E4-441A-95F4-2D7C5F5723BD}" dt="2020-04-22T05:20:18.455" v="23"/>
          <ac:spMkLst>
            <pc:docMk/>
            <pc:sldMk cId="2134390752" sldId="266"/>
            <ac:spMk id="2" creationId="{00000000-0000-0000-0000-000000000000}"/>
          </ac:spMkLst>
        </pc:spChg>
        <pc:spChg chg="mod">
          <ac:chgData name="MD. ISMAIL HOSSEN" userId="a4e88416-0835-49b4-bf11-1bffe063ddad" providerId="ADAL" clId="{8066A1B7-F7E4-441A-95F4-2D7C5F5723BD}" dt="2020-04-22T05:20:49.129" v="26" actId="20577"/>
          <ac:spMkLst>
            <pc:docMk/>
            <pc:sldMk cId="2134390752" sldId="266"/>
            <ac:spMk id="6" creationId="{37C26D19-85DA-834B-9600-C9820C508897}"/>
          </ac:spMkLst>
        </pc:spChg>
      </pc:sldChg>
      <pc:sldChg chg="addSp delSp modSp">
        <pc:chgData name="MD. ISMAIL HOSSEN" userId="a4e88416-0835-49b4-bf11-1bffe063ddad" providerId="ADAL" clId="{8066A1B7-F7E4-441A-95F4-2D7C5F5723BD}" dt="2020-04-22T09:47:17.779" v="804" actId="5793"/>
        <pc:sldMkLst>
          <pc:docMk/>
          <pc:sldMk cId="3132154582" sldId="267"/>
        </pc:sldMkLst>
        <pc:spChg chg="add mod">
          <ac:chgData name="MD. ISMAIL HOSSEN" userId="a4e88416-0835-49b4-bf11-1bffe063ddad" providerId="ADAL" clId="{8066A1B7-F7E4-441A-95F4-2D7C5F5723BD}" dt="2020-04-22T09:47:17.779" v="804" actId="5793"/>
          <ac:spMkLst>
            <pc:docMk/>
            <pc:sldMk cId="3132154582" sldId="267"/>
            <ac:spMk id="3" creationId="{9059D83B-9E1C-4A61-964D-01E047EDA088}"/>
          </ac:spMkLst>
        </pc:spChg>
        <pc:spChg chg="del mod">
          <ac:chgData name="MD. ISMAIL HOSSEN" userId="a4e88416-0835-49b4-bf11-1bffe063ddad" providerId="ADAL" clId="{8066A1B7-F7E4-441A-95F4-2D7C5F5723BD}" dt="2020-04-22T09:46:31.646" v="799" actId="478"/>
          <ac:spMkLst>
            <pc:docMk/>
            <pc:sldMk cId="3132154582" sldId="267"/>
            <ac:spMk id="4" creationId="{E00A471B-FCB5-3949-B014-0D06C67E41B3}"/>
          </ac:spMkLst>
        </pc:spChg>
        <pc:spChg chg="mod">
          <ac:chgData name="MD. ISMAIL HOSSEN" userId="a4e88416-0835-49b4-bf11-1bffe063ddad" providerId="ADAL" clId="{8066A1B7-F7E4-441A-95F4-2D7C5F5723BD}" dt="2020-04-22T09:46:00.319" v="796"/>
          <ac:spMkLst>
            <pc:docMk/>
            <pc:sldMk cId="3132154582" sldId="267"/>
            <ac:spMk id="5" creationId="{3322CB79-31E6-2043-9768-6699756B1FD4}"/>
          </ac:spMkLst>
        </pc:spChg>
      </pc:sldChg>
      <pc:sldChg chg="modSp add">
        <pc:chgData name="MD. ISMAIL HOSSEN" userId="a4e88416-0835-49b4-bf11-1bffe063ddad" providerId="ADAL" clId="{8066A1B7-F7E4-441A-95F4-2D7C5F5723BD}" dt="2020-04-22T05:27:27.815" v="59"/>
        <pc:sldMkLst>
          <pc:docMk/>
          <pc:sldMk cId="2794599289" sldId="268"/>
        </pc:sldMkLst>
        <pc:spChg chg="mod">
          <ac:chgData name="MD. ISMAIL HOSSEN" userId="a4e88416-0835-49b4-bf11-1bffe063ddad" providerId="ADAL" clId="{8066A1B7-F7E4-441A-95F4-2D7C5F5723BD}" dt="2020-04-22T05:27:12.076" v="58"/>
          <ac:spMkLst>
            <pc:docMk/>
            <pc:sldMk cId="2794599289" sldId="268"/>
            <ac:spMk id="2" creationId="{00000000-0000-0000-0000-000000000000}"/>
          </ac:spMkLst>
        </pc:spChg>
        <pc:spChg chg="mod">
          <ac:chgData name="MD. ISMAIL HOSSEN" userId="a4e88416-0835-49b4-bf11-1bffe063ddad" providerId="ADAL" clId="{8066A1B7-F7E4-441A-95F4-2D7C5F5723BD}" dt="2020-04-22T05:27:27.815" v="59"/>
          <ac:spMkLst>
            <pc:docMk/>
            <pc:sldMk cId="2794599289" sldId="268"/>
            <ac:spMk id="5" creationId="{3322CB79-31E6-2043-9768-6699756B1FD4}"/>
          </ac:spMkLst>
        </pc:spChg>
        <pc:spChg chg="mod">
          <ac:chgData name="MD. ISMAIL HOSSEN" userId="a4e88416-0835-49b4-bf11-1bffe063ddad" providerId="ADAL" clId="{8066A1B7-F7E4-441A-95F4-2D7C5F5723BD}" dt="2020-04-22T05:26:38.281" v="57" actId="255"/>
          <ac:spMkLst>
            <pc:docMk/>
            <pc:sldMk cId="2794599289" sldId="268"/>
            <ac:spMk id="6" creationId="{37C26D19-85DA-834B-9600-C9820C508897}"/>
          </ac:spMkLst>
        </pc:spChg>
      </pc:sldChg>
      <pc:sldChg chg="modSp add">
        <pc:chgData name="MD. ISMAIL HOSSEN" userId="a4e88416-0835-49b4-bf11-1bffe063ddad" providerId="ADAL" clId="{8066A1B7-F7E4-441A-95F4-2D7C5F5723BD}" dt="2020-04-22T05:29:25.658" v="72" actId="20577"/>
        <pc:sldMkLst>
          <pc:docMk/>
          <pc:sldMk cId="1448588518" sldId="269"/>
        </pc:sldMkLst>
        <pc:spChg chg="mod">
          <ac:chgData name="MD. ISMAIL HOSSEN" userId="a4e88416-0835-49b4-bf11-1bffe063ddad" providerId="ADAL" clId="{8066A1B7-F7E4-441A-95F4-2D7C5F5723BD}" dt="2020-04-22T05:28:07.370" v="61"/>
          <ac:spMkLst>
            <pc:docMk/>
            <pc:sldMk cId="1448588518" sldId="269"/>
            <ac:spMk id="5" creationId="{3322CB79-31E6-2043-9768-6699756B1FD4}"/>
          </ac:spMkLst>
        </pc:spChg>
        <pc:spChg chg="mod">
          <ac:chgData name="MD. ISMAIL HOSSEN" userId="a4e88416-0835-49b4-bf11-1bffe063ddad" providerId="ADAL" clId="{8066A1B7-F7E4-441A-95F4-2D7C5F5723BD}" dt="2020-04-22T05:29:25.658" v="72" actId="20577"/>
          <ac:spMkLst>
            <pc:docMk/>
            <pc:sldMk cId="1448588518" sldId="269"/>
            <ac:spMk id="6" creationId="{37C26D19-85DA-834B-9600-C9820C508897}"/>
          </ac:spMkLst>
        </pc:spChg>
      </pc:sldChg>
      <pc:sldChg chg="modSp add">
        <pc:chgData name="MD. ISMAIL HOSSEN" userId="a4e88416-0835-49b4-bf11-1bffe063ddad" providerId="ADAL" clId="{8066A1B7-F7E4-441A-95F4-2D7C5F5723BD}" dt="2020-04-22T05:36:36.811" v="117" actId="255"/>
        <pc:sldMkLst>
          <pc:docMk/>
          <pc:sldMk cId="2205635402" sldId="270"/>
        </pc:sldMkLst>
        <pc:spChg chg="mod">
          <ac:chgData name="MD. ISMAIL HOSSEN" userId="a4e88416-0835-49b4-bf11-1bffe063ddad" providerId="ADAL" clId="{8066A1B7-F7E4-441A-95F4-2D7C5F5723BD}" dt="2020-04-22T05:30:57.730" v="74"/>
          <ac:spMkLst>
            <pc:docMk/>
            <pc:sldMk cId="2205635402" sldId="270"/>
            <ac:spMk id="5" creationId="{3322CB79-31E6-2043-9768-6699756B1FD4}"/>
          </ac:spMkLst>
        </pc:spChg>
        <pc:spChg chg="mod">
          <ac:chgData name="MD. ISMAIL HOSSEN" userId="a4e88416-0835-49b4-bf11-1bffe063ddad" providerId="ADAL" clId="{8066A1B7-F7E4-441A-95F4-2D7C5F5723BD}" dt="2020-04-22T05:36:36.811" v="117" actId="255"/>
          <ac:spMkLst>
            <pc:docMk/>
            <pc:sldMk cId="2205635402" sldId="270"/>
            <ac:spMk id="6" creationId="{37C26D19-85DA-834B-9600-C9820C508897}"/>
          </ac:spMkLst>
        </pc:spChg>
      </pc:sldChg>
      <pc:sldChg chg="modSp add">
        <pc:chgData name="MD. ISMAIL HOSSEN" userId="a4e88416-0835-49b4-bf11-1bffe063ddad" providerId="ADAL" clId="{8066A1B7-F7E4-441A-95F4-2D7C5F5723BD}" dt="2020-04-22T05:41:55.241" v="139" actId="20577"/>
        <pc:sldMkLst>
          <pc:docMk/>
          <pc:sldMk cId="1974669342" sldId="271"/>
        </pc:sldMkLst>
        <pc:spChg chg="mod">
          <ac:chgData name="MD. ISMAIL HOSSEN" userId="a4e88416-0835-49b4-bf11-1bffe063ddad" providerId="ADAL" clId="{8066A1B7-F7E4-441A-95F4-2D7C5F5723BD}" dt="2020-04-22T05:37:46.415" v="119"/>
          <ac:spMkLst>
            <pc:docMk/>
            <pc:sldMk cId="1974669342" sldId="271"/>
            <ac:spMk id="5" creationId="{3322CB79-31E6-2043-9768-6699756B1FD4}"/>
          </ac:spMkLst>
        </pc:spChg>
        <pc:spChg chg="mod">
          <ac:chgData name="MD. ISMAIL HOSSEN" userId="a4e88416-0835-49b4-bf11-1bffe063ddad" providerId="ADAL" clId="{8066A1B7-F7E4-441A-95F4-2D7C5F5723BD}" dt="2020-04-22T05:41:55.241" v="139" actId="20577"/>
          <ac:spMkLst>
            <pc:docMk/>
            <pc:sldMk cId="1974669342" sldId="271"/>
            <ac:spMk id="6" creationId="{37C26D19-85DA-834B-9600-C9820C508897}"/>
          </ac:spMkLst>
        </pc:spChg>
      </pc:sldChg>
      <pc:sldChg chg="addSp delSp modSp add">
        <pc:chgData name="MD. ISMAIL HOSSEN" userId="a4e88416-0835-49b4-bf11-1bffe063ddad" providerId="ADAL" clId="{8066A1B7-F7E4-441A-95F4-2D7C5F5723BD}" dt="2020-04-22T05:46:14.109" v="153" actId="14100"/>
        <pc:sldMkLst>
          <pc:docMk/>
          <pc:sldMk cId="2023163644" sldId="272"/>
        </pc:sldMkLst>
        <pc:spChg chg="mod">
          <ac:chgData name="MD. ISMAIL HOSSEN" userId="a4e88416-0835-49b4-bf11-1bffe063ddad" providerId="ADAL" clId="{8066A1B7-F7E4-441A-95F4-2D7C5F5723BD}" dt="2020-04-22T05:45:13.651" v="141"/>
          <ac:spMkLst>
            <pc:docMk/>
            <pc:sldMk cId="2023163644" sldId="272"/>
            <ac:spMk id="5" creationId="{3322CB79-31E6-2043-9768-6699756B1FD4}"/>
          </ac:spMkLst>
        </pc:spChg>
        <pc:spChg chg="del mod">
          <ac:chgData name="MD. ISMAIL HOSSEN" userId="a4e88416-0835-49b4-bf11-1bffe063ddad" providerId="ADAL" clId="{8066A1B7-F7E4-441A-95F4-2D7C5F5723BD}" dt="2020-04-22T05:46:06.523" v="152"/>
          <ac:spMkLst>
            <pc:docMk/>
            <pc:sldMk cId="2023163644" sldId="272"/>
            <ac:spMk id="6" creationId="{37C26D19-85DA-834B-9600-C9820C508897}"/>
          </ac:spMkLst>
        </pc:spChg>
        <pc:picChg chg="add mod">
          <ac:chgData name="MD. ISMAIL HOSSEN" userId="a4e88416-0835-49b4-bf11-1bffe063ddad" providerId="ADAL" clId="{8066A1B7-F7E4-441A-95F4-2D7C5F5723BD}" dt="2020-04-22T05:46:14.109" v="153" actId="14100"/>
          <ac:picMkLst>
            <pc:docMk/>
            <pc:sldMk cId="2023163644" sldId="272"/>
            <ac:picMk id="3" creationId="{9FBC6287-5D08-4DEF-B330-85A0B0171F9A}"/>
          </ac:picMkLst>
        </pc:picChg>
      </pc:sldChg>
      <pc:sldChg chg="addSp delSp modSp add">
        <pc:chgData name="MD. ISMAIL HOSSEN" userId="a4e88416-0835-49b4-bf11-1bffe063ddad" providerId="ADAL" clId="{8066A1B7-F7E4-441A-95F4-2D7C5F5723BD}" dt="2020-04-22T05:55:13.976" v="163" actId="20577"/>
        <pc:sldMkLst>
          <pc:docMk/>
          <pc:sldMk cId="716993272" sldId="273"/>
        </pc:sldMkLst>
        <pc:spChg chg="mod">
          <ac:chgData name="MD. ISMAIL HOSSEN" userId="a4e88416-0835-49b4-bf11-1bffe063ddad" providerId="ADAL" clId="{8066A1B7-F7E4-441A-95F4-2D7C5F5723BD}" dt="2020-04-22T05:53:38.684" v="157" actId="27636"/>
          <ac:spMkLst>
            <pc:docMk/>
            <pc:sldMk cId="716993272" sldId="273"/>
            <ac:spMk id="2" creationId="{00000000-0000-0000-0000-000000000000}"/>
          </ac:spMkLst>
        </pc:spChg>
        <pc:spChg chg="add mod">
          <ac:chgData name="MD. ISMAIL HOSSEN" userId="a4e88416-0835-49b4-bf11-1bffe063ddad" providerId="ADAL" clId="{8066A1B7-F7E4-441A-95F4-2D7C5F5723BD}" dt="2020-04-22T05:54:33.326" v="162" actId="255"/>
          <ac:spMkLst>
            <pc:docMk/>
            <pc:sldMk cId="716993272" sldId="273"/>
            <ac:spMk id="4" creationId="{84FF7807-DA0E-416B-94AB-D098BD91B1DC}"/>
          </ac:spMkLst>
        </pc:spChg>
        <pc:spChg chg="mod">
          <ac:chgData name="MD. ISMAIL HOSSEN" userId="a4e88416-0835-49b4-bf11-1bffe063ddad" providerId="ADAL" clId="{8066A1B7-F7E4-441A-95F4-2D7C5F5723BD}" dt="2020-04-22T05:55:13.976" v="163" actId="20577"/>
          <ac:spMkLst>
            <pc:docMk/>
            <pc:sldMk cId="716993272" sldId="273"/>
            <ac:spMk id="5" creationId="{3322CB79-31E6-2043-9768-6699756B1FD4}"/>
          </ac:spMkLst>
        </pc:spChg>
        <pc:picChg chg="del">
          <ac:chgData name="MD. ISMAIL HOSSEN" userId="a4e88416-0835-49b4-bf11-1bffe063ddad" providerId="ADAL" clId="{8066A1B7-F7E4-441A-95F4-2D7C5F5723BD}" dt="2020-04-22T05:53:31.506" v="155" actId="478"/>
          <ac:picMkLst>
            <pc:docMk/>
            <pc:sldMk cId="716993272" sldId="273"/>
            <ac:picMk id="3" creationId="{9FBC6287-5D08-4DEF-B330-85A0B0171F9A}"/>
          </ac:picMkLst>
        </pc:picChg>
      </pc:sldChg>
      <pc:sldChg chg="addSp delSp modSp add">
        <pc:chgData name="MD. ISMAIL HOSSEN" userId="a4e88416-0835-49b4-bf11-1bffe063ddad" providerId="ADAL" clId="{8066A1B7-F7E4-441A-95F4-2D7C5F5723BD}" dt="2020-04-22T06:08:16.796" v="212" actId="1076"/>
        <pc:sldMkLst>
          <pc:docMk/>
          <pc:sldMk cId="2575149001" sldId="275"/>
        </pc:sldMkLst>
        <pc:spChg chg="mod">
          <ac:chgData name="MD. ISMAIL HOSSEN" userId="a4e88416-0835-49b4-bf11-1bffe063ddad" providerId="ADAL" clId="{8066A1B7-F7E4-441A-95F4-2D7C5F5723BD}" dt="2020-04-22T06:07:44.382" v="206" actId="20577"/>
          <ac:spMkLst>
            <pc:docMk/>
            <pc:sldMk cId="2575149001" sldId="275"/>
            <ac:spMk id="4" creationId="{84FF7807-DA0E-416B-94AB-D098BD91B1DC}"/>
          </ac:spMkLst>
        </pc:spChg>
        <pc:spChg chg="mod">
          <ac:chgData name="MD. ISMAIL HOSSEN" userId="a4e88416-0835-49b4-bf11-1bffe063ddad" providerId="ADAL" clId="{8066A1B7-F7E4-441A-95F4-2D7C5F5723BD}" dt="2020-04-22T06:07:17.945" v="203"/>
          <ac:spMkLst>
            <pc:docMk/>
            <pc:sldMk cId="2575149001" sldId="275"/>
            <ac:spMk id="5" creationId="{3322CB79-31E6-2043-9768-6699756B1FD4}"/>
          </ac:spMkLst>
        </pc:spChg>
        <pc:picChg chg="add del">
          <ac:chgData name="MD. ISMAIL HOSSEN" userId="a4e88416-0835-49b4-bf11-1bffe063ddad" providerId="ADAL" clId="{8066A1B7-F7E4-441A-95F4-2D7C5F5723BD}" dt="2020-04-22T06:07:52.278" v="208"/>
          <ac:picMkLst>
            <pc:docMk/>
            <pc:sldMk cId="2575149001" sldId="275"/>
            <ac:picMk id="3" creationId="{E507F42A-016B-4634-8518-7A15CC11C74A}"/>
          </ac:picMkLst>
        </pc:picChg>
        <pc:picChg chg="add del mod">
          <ac:chgData name="MD. ISMAIL HOSSEN" userId="a4e88416-0835-49b4-bf11-1bffe063ddad" providerId="ADAL" clId="{8066A1B7-F7E4-441A-95F4-2D7C5F5723BD}" dt="2020-04-22T06:07:54.162" v="209" actId="478"/>
          <ac:picMkLst>
            <pc:docMk/>
            <pc:sldMk cId="2575149001" sldId="275"/>
            <ac:picMk id="6" creationId="{96FF7711-E6C3-4C0B-AD63-EAD9592C02E2}"/>
          </ac:picMkLst>
        </pc:picChg>
        <pc:picChg chg="add mod">
          <ac:chgData name="MD. ISMAIL HOSSEN" userId="a4e88416-0835-49b4-bf11-1bffe063ddad" providerId="ADAL" clId="{8066A1B7-F7E4-441A-95F4-2D7C5F5723BD}" dt="2020-04-22T06:08:16.796" v="212" actId="1076"/>
          <ac:picMkLst>
            <pc:docMk/>
            <pc:sldMk cId="2575149001" sldId="275"/>
            <ac:picMk id="7" creationId="{E7633275-AE2D-4824-9CE4-0B46E9EF291E}"/>
          </ac:picMkLst>
        </pc:picChg>
      </pc:sldChg>
      <pc:sldChg chg="delSp modSp add">
        <pc:chgData name="MD. ISMAIL HOSSEN" userId="a4e88416-0835-49b4-bf11-1bffe063ddad" providerId="ADAL" clId="{8066A1B7-F7E4-441A-95F4-2D7C5F5723BD}" dt="2020-04-22T06:13:25.526" v="250" actId="14100"/>
        <pc:sldMkLst>
          <pc:docMk/>
          <pc:sldMk cId="1636380574" sldId="276"/>
        </pc:sldMkLst>
        <pc:spChg chg="mod">
          <ac:chgData name="MD. ISMAIL HOSSEN" userId="a4e88416-0835-49b4-bf11-1bffe063ddad" providerId="ADAL" clId="{8066A1B7-F7E4-441A-95F4-2D7C5F5723BD}" dt="2020-04-22T06:13:25.526" v="250" actId="14100"/>
          <ac:spMkLst>
            <pc:docMk/>
            <pc:sldMk cId="1636380574" sldId="276"/>
            <ac:spMk id="4" creationId="{84FF7807-DA0E-416B-94AB-D098BD91B1DC}"/>
          </ac:spMkLst>
        </pc:spChg>
        <pc:spChg chg="mod">
          <ac:chgData name="MD. ISMAIL HOSSEN" userId="a4e88416-0835-49b4-bf11-1bffe063ddad" providerId="ADAL" clId="{8066A1B7-F7E4-441A-95F4-2D7C5F5723BD}" dt="2020-04-22T06:08:55.430" v="214"/>
          <ac:spMkLst>
            <pc:docMk/>
            <pc:sldMk cId="1636380574" sldId="276"/>
            <ac:spMk id="5" creationId="{3322CB79-31E6-2043-9768-6699756B1FD4}"/>
          </ac:spMkLst>
        </pc:spChg>
        <pc:picChg chg="del">
          <ac:chgData name="MD. ISMAIL HOSSEN" userId="a4e88416-0835-49b4-bf11-1bffe063ddad" providerId="ADAL" clId="{8066A1B7-F7E4-441A-95F4-2D7C5F5723BD}" dt="2020-04-22T06:09:15.220" v="215" actId="478"/>
          <ac:picMkLst>
            <pc:docMk/>
            <pc:sldMk cId="1636380574" sldId="276"/>
            <ac:picMk id="7" creationId="{E7633275-AE2D-4824-9CE4-0B46E9EF291E}"/>
          </ac:picMkLst>
        </pc:picChg>
      </pc:sldChg>
      <pc:sldChg chg="addSp modSp add">
        <pc:chgData name="MD. ISMAIL HOSSEN" userId="a4e88416-0835-49b4-bf11-1bffe063ddad" providerId="ADAL" clId="{8066A1B7-F7E4-441A-95F4-2D7C5F5723BD}" dt="2020-04-22T06:14:47.644" v="259" actId="1076"/>
        <pc:sldMkLst>
          <pc:docMk/>
          <pc:sldMk cId="2236890452" sldId="277"/>
        </pc:sldMkLst>
        <pc:spChg chg="mod">
          <ac:chgData name="MD. ISMAIL HOSSEN" userId="a4e88416-0835-49b4-bf11-1bffe063ddad" providerId="ADAL" clId="{8066A1B7-F7E4-441A-95F4-2D7C5F5723BD}" dt="2020-04-22T06:14:26.458" v="253" actId="20577"/>
          <ac:spMkLst>
            <pc:docMk/>
            <pc:sldMk cId="2236890452" sldId="277"/>
            <ac:spMk id="4" creationId="{84FF7807-DA0E-416B-94AB-D098BD91B1DC}"/>
          </ac:spMkLst>
        </pc:spChg>
        <pc:spChg chg="mod">
          <ac:chgData name="MD. ISMAIL HOSSEN" userId="a4e88416-0835-49b4-bf11-1bffe063ddad" providerId="ADAL" clId="{8066A1B7-F7E4-441A-95F4-2D7C5F5723BD}" dt="2020-04-22T06:14:04.533" v="251"/>
          <ac:spMkLst>
            <pc:docMk/>
            <pc:sldMk cId="2236890452" sldId="277"/>
            <ac:spMk id="5" creationId="{3322CB79-31E6-2043-9768-6699756B1FD4}"/>
          </ac:spMkLst>
        </pc:spChg>
        <pc:picChg chg="add mod">
          <ac:chgData name="MD. ISMAIL HOSSEN" userId="a4e88416-0835-49b4-bf11-1bffe063ddad" providerId="ADAL" clId="{8066A1B7-F7E4-441A-95F4-2D7C5F5723BD}" dt="2020-04-22T06:14:47.644" v="259" actId="1076"/>
          <ac:picMkLst>
            <pc:docMk/>
            <pc:sldMk cId="2236890452" sldId="277"/>
            <ac:picMk id="3" creationId="{8F6642B7-461B-454F-9B5C-E622D1631E16}"/>
          </ac:picMkLst>
        </pc:picChg>
      </pc:sldChg>
      <pc:sldChg chg="addSp delSp modSp add">
        <pc:chgData name="MD. ISMAIL HOSSEN" userId="a4e88416-0835-49b4-bf11-1bffe063ddad" providerId="ADAL" clId="{8066A1B7-F7E4-441A-95F4-2D7C5F5723BD}" dt="2020-04-22T06:16:05.309" v="268" actId="1076"/>
        <pc:sldMkLst>
          <pc:docMk/>
          <pc:sldMk cId="4079714579" sldId="278"/>
        </pc:sldMkLst>
        <pc:spChg chg="mod">
          <ac:chgData name="MD. ISMAIL HOSSEN" userId="a4e88416-0835-49b4-bf11-1bffe063ddad" providerId="ADAL" clId="{8066A1B7-F7E4-441A-95F4-2D7C5F5723BD}" dt="2020-04-22T06:15:40.204" v="263" actId="20577"/>
          <ac:spMkLst>
            <pc:docMk/>
            <pc:sldMk cId="4079714579" sldId="278"/>
            <ac:spMk id="4" creationId="{84FF7807-DA0E-416B-94AB-D098BD91B1DC}"/>
          </ac:spMkLst>
        </pc:spChg>
        <pc:spChg chg="mod">
          <ac:chgData name="MD. ISMAIL HOSSEN" userId="a4e88416-0835-49b4-bf11-1bffe063ddad" providerId="ADAL" clId="{8066A1B7-F7E4-441A-95F4-2D7C5F5723BD}" dt="2020-04-22T06:15:20.405" v="261"/>
          <ac:spMkLst>
            <pc:docMk/>
            <pc:sldMk cId="4079714579" sldId="278"/>
            <ac:spMk id="5" creationId="{3322CB79-31E6-2043-9768-6699756B1FD4}"/>
          </ac:spMkLst>
        </pc:spChg>
        <pc:picChg chg="del">
          <ac:chgData name="MD. ISMAIL HOSSEN" userId="a4e88416-0835-49b4-bf11-1bffe063ddad" providerId="ADAL" clId="{8066A1B7-F7E4-441A-95F4-2D7C5F5723BD}" dt="2020-04-22T06:15:49.507" v="264" actId="478"/>
          <ac:picMkLst>
            <pc:docMk/>
            <pc:sldMk cId="4079714579" sldId="278"/>
            <ac:picMk id="3" creationId="{8F6642B7-461B-454F-9B5C-E622D1631E16}"/>
          </ac:picMkLst>
        </pc:picChg>
        <pc:picChg chg="add mod">
          <ac:chgData name="MD. ISMAIL HOSSEN" userId="a4e88416-0835-49b4-bf11-1bffe063ddad" providerId="ADAL" clId="{8066A1B7-F7E4-441A-95F4-2D7C5F5723BD}" dt="2020-04-22T06:16:05.309" v="268" actId="1076"/>
          <ac:picMkLst>
            <pc:docMk/>
            <pc:sldMk cId="4079714579" sldId="278"/>
            <ac:picMk id="6" creationId="{3DEA939A-2EC5-4747-A124-EE6ED9BE1F05}"/>
          </ac:picMkLst>
        </pc:picChg>
      </pc:sldChg>
      <pc:sldChg chg="delSp modSp add">
        <pc:chgData name="MD. ISMAIL HOSSEN" userId="a4e88416-0835-49b4-bf11-1bffe063ddad" providerId="ADAL" clId="{8066A1B7-F7E4-441A-95F4-2D7C5F5723BD}" dt="2020-04-22T06:37:21.354" v="312" actId="20577"/>
        <pc:sldMkLst>
          <pc:docMk/>
          <pc:sldMk cId="42730840" sldId="279"/>
        </pc:sldMkLst>
        <pc:spChg chg="mod">
          <ac:chgData name="MD. ISMAIL HOSSEN" userId="a4e88416-0835-49b4-bf11-1bffe063ddad" providerId="ADAL" clId="{8066A1B7-F7E4-441A-95F4-2D7C5F5723BD}" dt="2020-04-22T06:37:21.354" v="312" actId="20577"/>
          <ac:spMkLst>
            <pc:docMk/>
            <pc:sldMk cId="42730840" sldId="279"/>
            <ac:spMk id="4" creationId="{84FF7807-DA0E-416B-94AB-D098BD91B1DC}"/>
          </ac:spMkLst>
        </pc:spChg>
        <pc:spChg chg="mod">
          <ac:chgData name="MD. ISMAIL HOSSEN" userId="a4e88416-0835-49b4-bf11-1bffe063ddad" providerId="ADAL" clId="{8066A1B7-F7E4-441A-95F4-2D7C5F5723BD}" dt="2020-04-22T06:19:43.715" v="270"/>
          <ac:spMkLst>
            <pc:docMk/>
            <pc:sldMk cId="42730840" sldId="279"/>
            <ac:spMk id="5" creationId="{3322CB79-31E6-2043-9768-6699756B1FD4}"/>
          </ac:spMkLst>
        </pc:spChg>
        <pc:picChg chg="del">
          <ac:chgData name="MD. ISMAIL HOSSEN" userId="a4e88416-0835-49b4-bf11-1bffe063ddad" providerId="ADAL" clId="{8066A1B7-F7E4-441A-95F4-2D7C5F5723BD}" dt="2020-04-22T06:20:09.381" v="271" actId="478"/>
          <ac:picMkLst>
            <pc:docMk/>
            <pc:sldMk cId="42730840" sldId="279"/>
            <ac:picMk id="6" creationId="{3DEA939A-2EC5-4747-A124-EE6ED9BE1F05}"/>
          </ac:picMkLst>
        </pc:picChg>
      </pc:sldChg>
      <pc:sldChg chg="modSp add">
        <pc:chgData name="MD. ISMAIL HOSSEN" userId="a4e88416-0835-49b4-bf11-1bffe063ddad" providerId="ADAL" clId="{8066A1B7-F7E4-441A-95F4-2D7C5F5723BD}" dt="2020-04-22T06:39:10.397" v="326" actId="20577"/>
        <pc:sldMkLst>
          <pc:docMk/>
          <pc:sldMk cId="788677191" sldId="280"/>
        </pc:sldMkLst>
        <pc:spChg chg="mod">
          <ac:chgData name="MD. ISMAIL HOSSEN" userId="a4e88416-0835-49b4-bf11-1bffe063ddad" providerId="ADAL" clId="{8066A1B7-F7E4-441A-95F4-2D7C5F5723BD}" dt="2020-04-22T06:39:10.397" v="326" actId="20577"/>
          <ac:spMkLst>
            <pc:docMk/>
            <pc:sldMk cId="788677191" sldId="280"/>
            <ac:spMk id="4" creationId="{84FF7807-DA0E-416B-94AB-D098BD91B1DC}"/>
          </ac:spMkLst>
        </pc:spChg>
        <pc:spChg chg="mod">
          <ac:chgData name="MD. ISMAIL HOSSEN" userId="a4e88416-0835-49b4-bf11-1bffe063ddad" providerId="ADAL" clId="{8066A1B7-F7E4-441A-95F4-2D7C5F5723BD}" dt="2020-04-22T06:36:54.980" v="308"/>
          <ac:spMkLst>
            <pc:docMk/>
            <pc:sldMk cId="788677191" sldId="280"/>
            <ac:spMk id="5" creationId="{3322CB79-31E6-2043-9768-6699756B1FD4}"/>
          </ac:spMkLst>
        </pc:spChg>
      </pc:sldChg>
      <pc:sldChg chg="modSp add">
        <pc:chgData name="MD. ISMAIL HOSSEN" userId="a4e88416-0835-49b4-bf11-1bffe063ddad" providerId="ADAL" clId="{8066A1B7-F7E4-441A-95F4-2D7C5F5723BD}" dt="2020-04-22T06:39:06.189" v="325" actId="20577"/>
        <pc:sldMkLst>
          <pc:docMk/>
          <pc:sldMk cId="4141714410" sldId="281"/>
        </pc:sldMkLst>
        <pc:spChg chg="mod">
          <ac:chgData name="MD. ISMAIL HOSSEN" userId="a4e88416-0835-49b4-bf11-1bffe063ddad" providerId="ADAL" clId="{8066A1B7-F7E4-441A-95F4-2D7C5F5723BD}" dt="2020-04-22T06:39:06.189" v="325" actId="20577"/>
          <ac:spMkLst>
            <pc:docMk/>
            <pc:sldMk cId="4141714410" sldId="281"/>
            <ac:spMk id="4" creationId="{84FF7807-DA0E-416B-94AB-D098BD91B1DC}"/>
          </ac:spMkLst>
        </pc:spChg>
        <pc:spChg chg="mod">
          <ac:chgData name="MD. ISMAIL HOSSEN" userId="a4e88416-0835-49b4-bf11-1bffe063ddad" providerId="ADAL" clId="{8066A1B7-F7E4-441A-95F4-2D7C5F5723BD}" dt="2020-04-22T06:38:35.587" v="320"/>
          <ac:spMkLst>
            <pc:docMk/>
            <pc:sldMk cId="4141714410" sldId="281"/>
            <ac:spMk id="5" creationId="{3322CB79-31E6-2043-9768-6699756B1FD4}"/>
          </ac:spMkLst>
        </pc:spChg>
      </pc:sldChg>
      <pc:sldChg chg="modSp add">
        <pc:chgData name="MD. ISMAIL HOSSEN" userId="a4e88416-0835-49b4-bf11-1bffe063ddad" providerId="ADAL" clId="{8066A1B7-F7E4-441A-95F4-2D7C5F5723BD}" dt="2020-04-22T07:42:17.736" v="628" actId="20577"/>
        <pc:sldMkLst>
          <pc:docMk/>
          <pc:sldMk cId="1817253683" sldId="282"/>
        </pc:sldMkLst>
        <pc:spChg chg="mod">
          <ac:chgData name="MD. ISMAIL HOSSEN" userId="a4e88416-0835-49b4-bf11-1bffe063ddad" providerId="ADAL" clId="{8066A1B7-F7E4-441A-95F4-2D7C5F5723BD}" dt="2020-04-22T06:56:50.684" v="394" actId="20577"/>
          <ac:spMkLst>
            <pc:docMk/>
            <pc:sldMk cId="1817253683" sldId="282"/>
            <ac:spMk id="2" creationId="{00000000-0000-0000-0000-000000000000}"/>
          </ac:spMkLst>
        </pc:spChg>
        <pc:spChg chg="mod">
          <ac:chgData name="MD. ISMAIL HOSSEN" userId="a4e88416-0835-49b4-bf11-1bffe063ddad" providerId="ADAL" clId="{8066A1B7-F7E4-441A-95F4-2D7C5F5723BD}" dt="2020-04-22T07:42:17.736" v="628" actId="20577"/>
          <ac:spMkLst>
            <pc:docMk/>
            <pc:sldMk cId="1817253683" sldId="282"/>
            <ac:spMk id="4" creationId="{84FF7807-DA0E-416B-94AB-D098BD91B1DC}"/>
          </ac:spMkLst>
        </pc:spChg>
        <pc:spChg chg="mod">
          <ac:chgData name="MD. ISMAIL HOSSEN" userId="a4e88416-0835-49b4-bf11-1bffe063ddad" providerId="ADAL" clId="{8066A1B7-F7E4-441A-95F4-2D7C5F5723BD}" dt="2020-04-22T06:58:19.118" v="406" actId="20577"/>
          <ac:spMkLst>
            <pc:docMk/>
            <pc:sldMk cId="1817253683" sldId="282"/>
            <ac:spMk id="5" creationId="{3322CB79-31E6-2043-9768-6699756B1FD4}"/>
          </ac:spMkLst>
        </pc:spChg>
      </pc:sldChg>
      <pc:sldChg chg="addSp delSp modSp add">
        <pc:chgData name="MD. ISMAIL HOSSEN" userId="a4e88416-0835-49b4-bf11-1bffe063ddad" providerId="ADAL" clId="{8066A1B7-F7E4-441A-95F4-2D7C5F5723BD}" dt="2020-04-22T07:10:57.985" v="501"/>
        <pc:sldMkLst>
          <pc:docMk/>
          <pc:sldMk cId="3578943810" sldId="283"/>
        </pc:sldMkLst>
        <pc:spChg chg="del mod">
          <ac:chgData name="MD. ISMAIL HOSSEN" userId="a4e88416-0835-49b4-bf11-1bffe063ddad" providerId="ADAL" clId="{8066A1B7-F7E4-441A-95F4-2D7C5F5723BD}" dt="2020-04-22T07:10:13.014" v="495" actId="478"/>
          <ac:spMkLst>
            <pc:docMk/>
            <pc:sldMk cId="3578943810" sldId="283"/>
            <ac:spMk id="4" creationId="{84FF7807-DA0E-416B-94AB-D098BD91B1DC}"/>
          </ac:spMkLst>
        </pc:spChg>
        <pc:spChg chg="mod">
          <ac:chgData name="MD. ISMAIL HOSSEN" userId="a4e88416-0835-49b4-bf11-1bffe063ddad" providerId="ADAL" clId="{8066A1B7-F7E4-441A-95F4-2D7C5F5723BD}" dt="2020-04-22T07:10:57.985" v="501"/>
          <ac:spMkLst>
            <pc:docMk/>
            <pc:sldMk cId="3578943810" sldId="283"/>
            <ac:spMk id="5" creationId="{3322CB79-31E6-2043-9768-6699756B1FD4}"/>
          </ac:spMkLst>
        </pc:spChg>
        <pc:grpChg chg="add mod">
          <ac:chgData name="MD. ISMAIL HOSSEN" userId="a4e88416-0835-49b4-bf11-1bffe063ddad" providerId="ADAL" clId="{8066A1B7-F7E4-441A-95F4-2D7C5F5723BD}" dt="2020-04-22T07:10:45.880" v="500" actId="14100"/>
          <ac:grpSpMkLst>
            <pc:docMk/>
            <pc:sldMk cId="3578943810" sldId="283"/>
            <ac:grpSpMk id="6" creationId="{C17CB822-7E95-4C4E-9D35-96B29DFBC9DA}"/>
          </ac:grpSpMkLst>
        </pc:grpChg>
      </pc:sldChg>
      <pc:sldChg chg="modSp add">
        <pc:chgData name="MD. ISMAIL HOSSEN" userId="a4e88416-0835-49b4-bf11-1bffe063ddad" providerId="ADAL" clId="{8066A1B7-F7E4-441A-95F4-2D7C5F5723BD}" dt="2020-04-22T07:17:13.015" v="508" actId="14100"/>
        <pc:sldMkLst>
          <pc:docMk/>
          <pc:sldMk cId="4097625932" sldId="284"/>
        </pc:sldMkLst>
        <pc:spChg chg="mod">
          <ac:chgData name="MD. ISMAIL HOSSEN" userId="a4e88416-0835-49b4-bf11-1bffe063ddad" providerId="ADAL" clId="{8066A1B7-F7E4-441A-95F4-2D7C5F5723BD}" dt="2020-04-22T07:17:13.015" v="508" actId="14100"/>
          <ac:spMkLst>
            <pc:docMk/>
            <pc:sldMk cId="4097625932" sldId="284"/>
            <ac:spMk id="4" creationId="{84FF7807-DA0E-416B-94AB-D098BD91B1DC}"/>
          </ac:spMkLst>
        </pc:spChg>
        <pc:spChg chg="mod">
          <ac:chgData name="MD. ISMAIL HOSSEN" userId="a4e88416-0835-49b4-bf11-1bffe063ddad" providerId="ADAL" clId="{8066A1B7-F7E4-441A-95F4-2D7C5F5723BD}" dt="2020-04-22T07:13:26.713" v="502"/>
          <ac:spMkLst>
            <pc:docMk/>
            <pc:sldMk cId="4097625932" sldId="284"/>
            <ac:spMk id="5" creationId="{3322CB79-31E6-2043-9768-6699756B1FD4}"/>
          </ac:spMkLst>
        </pc:spChg>
      </pc:sldChg>
      <pc:sldChg chg="modSp add">
        <pc:chgData name="MD. ISMAIL HOSSEN" userId="a4e88416-0835-49b4-bf11-1bffe063ddad" providerId="ADAL" clId="{8066A1B7-F7E4-441A-95F4-2D7C5F5723BD}" dt="2020-04-22T11:04:29.846" v="814" actId="255"/>
        <pc:sldMkLst>
          <pc:docMk/>
          <pc:sldMk cId="3875549782" sldId="285"/>
        </pc:sldMkLst>
        <pc:spChg chg="mod">
          <ac:chgData name="MD. ISMAIL HOSSEN" userId="a4e88416-0835-49b4-bf11-1bffe063ddad" providerId="ADAL" clId="{8066A1B7-F7E4-441A-95F4-2D7C5F5723BD}" dt="2020-04-22T11:04:29.846" v="814" actId="255"/>
          <ac:spMkLst>
            <pc:docMk/>
            <pc:sldMk cId="3875549782" sldId="285"/>
            <ac:spMk id="4" creationId="{84FF7807-DA0E-416B-94AB-D098BD91B1DC}"/>
          </ac:spMkLst>
        </pc:spChg>
      </pc:sldChg>
      <pc:sldChg chg="modSp add">
        <pc:chgData name="MD. ISMAIL HOSSEN" userId="a4e88416-0835-49b4-bf11-1bffe063ddad" providerId="ADAL" clId="{8066A1B7-F7E4-441A-95F4-2D7C5F5723BD}" dt="2020-04-22T07:20:17.444" v="516" actId="255"/>
        <pc:sldMkLst>
          <pc:docMk/>
          <pc:sldMk cId="3263232763" sldId="286"/>
        </pc:sldMkLst>
        <pc:spChg chg="mod">
          <ac:chgData name="MD. ISMAIL HOSSEN" userId="a4e88416-0835-49b4-bf11-1bffe063ddad" providerId="ADAL" clId="{8066A1B7-F7E4-441A-95F4-2D7C5F5723BD}" dt="2020-04-22T07:20:17.444" v="516" actId="255"/>
          <ac:spMkLst>
            <pc:docMk/>
            <pc:sldMk cId="3263232763" sldId="286"/>
            <ac:spMk id="4" creationId="{84FF7807-DA0E-416B-94AB-D098BD91B1DC}"/>
          </ac:spMkLst>
        </pc:spChg>
        <pc:spChg chg="mod">
          <ac:chgData name="MD. ISMAIL HOSSEN" userId="a4e88416-0835-49b4-bf11-1bffe063ddad" providerId="ADAL" clId="{8066A1B7-F7E4-441A-95F4-2D7C5F5723BD}" dt="2020-04-22T07:17:49.705" v="510"/>
          <ac:spMkLst>
            <pc:docMk/>
            <pc:sldMk cId="3263232763" sldId="286"/>
            <ac:spMk id="5" creationId="{3322CB79-31E6-2043-9768-6699756B1FD4}"/>
          </ac:spMkLst>
        </pc:spChg>
      </pc:sldChg>
      <pc:sldChg chg="modSp add">
        <pc:chgData name="MD. ISMAIL HOSSEN" userId="a4e88416-0835-49b4-bf11-1bffe063ddad" providerId="ADAL" clId="{8066A1B7-F7E4-441A-95F4-2D7C5F5723BD}" dt="2020-04-22T07:22:44.097" v="528" actId="20577"/>
        <pc:sldMkLst>
          <pc:docMk/>
          <pc:sldMk cId="2123412842" sldId="287"/>
        </pc:sldMkLst>
        <pc:spChg chg="mod">
          <ac:chgData name="MD. ISMAIL HOSSEN" userId="a4e88416-0835-49b4-bf11-1bffe063ddad" providerId="ADAL" clId="{8066A1B7-F7E4-441A-95F4-2D7C5F5723BD}" dt="2020-04-22T07:22:44.097" v="528" actId="20577"/>
          <ac:spMkLst>
            <pc:docMk/>
            <pc:sldMk cId="2123412842" sldId="287"/>
            <ac:spMk id="4" creationId="{84FF7807-DA0E-416B-94AB-D098BD91B1DC}"/>
          </ac:spMkLst>
        </pc:spChg>
        <pc:spChg chg="mod">
          <ac:chgData name="MD. ISMAIL HOSSEN" userId="a4e88416-0835-49b4-bf11-1bffe063ddad" providerId="ADAL" clId="{8066A1B7-F7E4-441A-95F4-2D7C5F5723BD}" dt="2020-04-22T07:21:18.609" v="518"/>
          <ac:spMkLst>
            <pc:docMk/>
            <pc:sldMk cId="2123412842" sldId="287"/>
            <ac:spMk id="5" creationId="{3322CB79-31E6-2043-9768-6699756B1FD4}"/>
          </ac:spMkLst>
        </pc:spChg>
      </pc:sldChg>
      <pc:sldChg chg="modSp add">
        <pc:chgData name="MD. ISMAIL HOSSEN" userId="a4e88416-0835-49b4-bf11-1bffe063ddad" providerId="ADAL" clId="{8066A1B7-F7E4-441A-95F4-2D7C5F5723BD}" dt="2020-04-22T07:31:04.141" v="537" actId="20577"/>
        <pc:sldMkLst>
          <pc:docMk/>
          <pc:sldMk cId="1410183903" sldId="288"/>
        </pc:sldMkLst>
        <pc:spChg chg="mod">
          <ac:chgData name="MD. ISMAIL HOSSEN" userId="a4e88416-0835-49b4-bf11-1bffe063ddad" providerId="ADAL" clId="{8066A1B7-F7E4-441A-95F4-2D7C5F5723BD}" dt="2020-04-22T07:31:04.141" v="537" actId="20577"/>
          <ac:spMkLst>
            <pc:docMk/>
            <pc:sldMk cId="1410183903" sldId="288"/>
            <ac:spMk id="4" creationId="{84FF7807-DA0E-416B-94AB-D098BD91B1DC}"/>
          </ac:spMkLst>
        </pc:spChg>
        <pc:spChg chg="mod">
          <ac:chgData name="MD. ISMAIL HOSSEN" userId="a4e88416-0835-49b4-bf11-1bffe063ddad" providerId="ADAL" clId="{8066A1B7-F7E4-441A-95F4-2D7C5F5723BD}" dt="2020-04-22T07:30:16.940" v="530"/>
          <ac:spMkLst>
            <pc:docMk/>
            <pc:sldMk cId="1410183903" sldId="288"/>
            <ac:spMk id="5" creationId="{3322CB79-31E6-2043-9768-6699756B1FD4}"/>
          </ac:spMkLst>
        </pc:spChg>
      </pc:sldChg>
      <pc:sldChg chg="modSp add">
        <pc:chgData name="MD. ISMAIL HOSSEN" userId="a4e88416-0835-49b4-bf11-1bffe063ddad" providerId="ADAL" clId="{8066A1B7-F7E4-441A-95F4-2D7C5F5723BD}" dt="2020-04-22T07:38:02.962" v="568" actId="20577"/>
        <pc:sldMkLst>
          <pc:docMk/>
          <pc:sldMk cId="3100229425" sldId="289"/>
        </pc:sldMkLst>
        <pc:spChg chg="mod">
          <ac:chgData name="MD. ISMAIL HOSSEN" userId="a4e88416-0835-49b4-bf11-1bffe063ddad" providerId="ADAL" clId="{8066A1B7-F7E4-441A-95F4-2D7C5F5723BD}" dt="2020-04-22T07:38:02.962" v="568" actId="20577"/>
          <ac:spMkLst>
            <pc:docMk/>
            <pc:sldMk cId="3100229425" sldId="289"/>
            <ac:spMk id="4" creationId="{84FF7807-DA0E-416B-94AB-D098BD91B1DC}"/>
          </ac:spMkLst>
        </pc:spChg>
        <pc:spChg chg="mod">
          <ac:chgData name="MD. ISMAIL HOSSEN" userId="a4e88416-0835-49b4-bf11-1bffe063ddad" providerId="ADAL" clId="{8066A1B7-F7E4-441A-95F4-2D7C5F5723BD}" dt="2020-04-22T07:36:48.926" v="558"/>
          <ac:spMkLst>
            <pc:docMk/>
            <pc:sldMk cId="3100229425" sldId="289"/>
            <ac:spMk id="5" creationId="{3322CB79-31E6-2043-9768-6699756B1FD4}"/>
          </ac:spMkLst>
        </pc:spChg>
      </pc:sldChg>
      <pc:sldChg chg="modSp add">
        <pc:chgData name="MD. ISMAIL HOSSEN" userId="a4e88416-0835-49b4-bf11-1bffe063ddad" providerId="ADAL" clId="{8066A1B7-F7E4-441A-95F4-2D7C5F5723BD}" dt="2020-04-22T07:45:54.321" v="638" actId="20577"/>
        <pc:sldMkLst>
          <pc:docMk/>
          <pc:sldMk cId="105456667" sldId="290"/>
        </pc:sldMkLst>
        <pc:spChg chg="mod">
          <ac:chgData name="MD. ISMAIL HOSSEN" userId="a4e88416-0835-49b4-bf11-1bffe063ddad" providerId="ADAL" clId="{8066A1B7-F7E4-441A-95F4-2D7C5F5723BD}" dt="2020-04-22T07:45:54.321" v="638" actId="20577"/>
          <ac:spMkLst>
            <pc:docMk/>
            <pc:sldMk cId="105456667" sldId="290"/>
            <ac:spMk id="4" creationId="{84FF7807-DA0E-416B-94AB-D098BD91B1DC}"/>
          </ac:spMkLst>
        </pc:spChg>
        <pc:spChg chg="mod">
          <ac:chgData name="MD. ISMAIL HOSSEN" userId="a4e88416-0835-49b4-bf11-1bffe063ddad" providerId="ADAL" clId="{8066A1B7-F7E4-441A-95F4-2D7C5F5723BD}" dt="2020-04-22T07:44:54.615" v="631"/>
          <ac:spMkLst>
            <pc:docMk/>
            <pc:sldMk cId="105456667" sldId="290"/>
            <ac:spMk id="5" creationId="{3322CB79-31E6-2043-9768-6699756B1FD4}"/>
          </ac:spMkLst>
        </pc:spChg>
      </pc:sldChg>
      <pc:sldChg chg="modSp add">
        <pc:chgData name="MD. ISMAIL HOSSEN" userId="a4e88416-0835-49b4-bf11-1bffe063ddad" providerId="ADAL" clId="{8066A1B7-F7E4-441A-95F4-2D7C5F5723BD}" dt="2020-04-22T09:05:34.695" v="676" actId="255"/>
        <pc:sldMkLst>
          <pc:docMk/>
          <pc:sldMk cId="1605952652" sldId="291"/>
        </pc:sldMkLst>
        <pc:spChg chg="mod">
          <ac:chgData name="MD. ISMAIL HOSSEN" userId="a4e88416-0835-49b4-bf11-1bffe063ddad" providerId="ADAL" clId="{8066A1B7-F7E4-441A-95F4-2D7C5F5723BD}" dt="2020-04-22T09:02:36.167" v="642" actId="20577"/>
          <ac:spMkLst>
            <pc:docMk/>
            <pc:sldMk cId="1605952652" sldId="291"/>
            <ac:spMk id="2" creationId="{00000000-0000-0000-0000-000000000000}"/>
          </ac:spMkLst>
        </pc:spChg>
        <pc:spChg chg="mod">
          <ac:chgData name="MD. ISMAIL HOSSEN" userId="a4e88416-0835-49b4-bf11-1bffe063ddad" providerId="ADAL" clId="{8066A1B7-F7E4-441A-95F4-2D7C5F5723BD}" dt="2020-04-22T09:05:34.695" v="676" actId="255"/>
          <ac:spMkLst>
            <pc:docMk/>
            <pc:sldMk cId="1605952652" sldId="291"/>
            <ac:spMk id="4" creationId="{84FF7807-DA0E-416B-94AB-D098BD91B1DC}"/>
          </ac:spMkLst>
        </pc:spChg>
        <pc:spChg chg="mod">
          <ac:chgData name="MD. ISMAIL HOSSEN" userId="a4e88416-0835-49b4-bf11-1bffe063ddad" providerId="ADAL" clId="{8066A1B7-F7E4-441A-95F4-2D7C5F5723BD}" dt="2020-04-22T09:04:13.067" v="668" actId="20577"/>
          <ac:spMkLst>
            <pc:docMk/>
            <pc:sldMk cId="1605952652" sldId="291"/>
            <ac:spMk id="5" creationId="{3322CB79-31E6-2043-9768-6699756B1FD4}"/>
          </ac:spMkLst>
        </pc:spChg>
      </pc:sldChg>
      <pc:sldChg chg="modSp add">
        <pc:chgData name="MD. ISMAIL HOSSEN" userId="a4e88416-0835-49b4-bf11-1bffe063ddad" providerId="ADAL" clId="{8066A1B7-F7E4-441A-95F4-2D7C5F5723BD}" dt="2020-04-22T09:05:48.173" v="677" actId="255"/>
        <pc:sldMkLst>
          <pc:docMk/>
          <pc:sldMk cId="247550766" sldId="292"/>
        </pc:sldMkLst>
        <pc:spChg chg="mod">
          <ac:chgData name="MD. ISMAIL HOSSEN" userId="a4e88416-0835-49b4-bf11-1bffe063ddad" providerId="ADAL" clId="{8066A1B7-F7E4-441A-95F4-2D7C5F5723BD}" dt="2020-04-22T09:05:48.173" v="677" actId="255"/>
          <ac:spMkLst>
            <pc:docMk/>
            <pc:sldMk cId="247550766" sldId="292"/>
            <ac:spMk id="4" creationId="{84FF7807-DA0E-416B-94AB-D098BD91B1DC}"/>
          </ac:spMkLst>
        </pc:spChg>
        <pc:spChg chg="mod">
          <ac:chgData name="MD. ISMAIL HOSSEN" userId="a4e88416-0835-49b4-bf11-1bffe063ddad" providerId="ADAL" clId="{8066A1B7-F7E4-441A-95F4-2D7C5F5723BD}" dt="2020-04-22T09:05:23.721" v="675"/>
          <ac:spMkLst>
            <pc:docMk/>
            <pc:sldMk cId="247550766" sldId="292"/>
            <ac:spMk id="5" creationId="{3322CB79-31E6-2043-9768-6699756B1FD4}"/>
          </ac:spMkLst>
        </pc:spChg>
      </pc:sldChg>
      <pc:sldChg chg="modSp add">
        <pc:chgData name="MD. ISMAIL HOSSEN" userId="a4e88416-0835-49b4-bf11-1bffe063ddad" providerId="ADAL" clId="{8066A1B7-F7E4-441A-95F4-2D7C5F5723BD}" dt="2020-04-22T09:06:02.105" v="678" actId="255"/>
        <pc:sldMkLst>
          <pc:docMk/>
          <pc:sldMk cId="3280485011" sldId="293"/>
        </pc:sldMkLst>
        <pc:spChg chg="mod">
          <ac:chgData name="MD. ISMAIL HOSSEN" userId="a4e88416-0835-49b4-bf11-1bffe063ddad" providerId="ADAL" clId="{8066A1B7-F7E4-441A-95F4-2D7C5F5723BD}" dt="2020-04-22T09:06:02.105" v="678" actId="255"/>
          <ac:spMkLst>
            <pc:docMk/>
            <pc:sldMk cId="3280485011" sldId="293"/>
            <ac:spMk id="4" creationId="{84FF7807-DA0E-416B-94AB-D098BD91B1DC}"/>
          </ac:spMkLst>
        </pc:spChg>
        <pc:spChg chg="mod">
          <ac:chgData name="MD. ISMAIL HOSSEN" userId="a4e88416-0835-49b4-bf11-1bffe063ddad" providerId="ADAL" clId="{8066A1B7-F7E4-441A-95F4-2D7C5F5723BD}" dt="2020-04-22T09:05:12.933" v="674"/>
          <ac:spMkLst>
            <pc:docMk/>
            <pc:sldMk cId="3280485011" sldId="293"/>
            <ac:spMk id="5" creationId="{3322CB79-31E6-2043-9768-6699756B1FD4}"/>
          </ac:spMkLst>
        </pc:spChg>
      </pc:sldChg>
      <pc:sldChg chg="modSp add">
        <pc:chgData name="MD. ISMAIL HOSSEN" userId="a4e88416-0835-49b4-bf11-1bffe063ddad" providerId="ADAL" clId="{8066A1B7-F7E4-441A-95F4-2D7C5F5723BD}" dt="2020-04-22T09:07:03.055" v="683" actId="255"/>
        <pc:sldMkLst>
          <pc:docMk/>
          <pc:sldMk cId="652249033" sldId="294"/>
        </pc:sldMkLst>
        <pc:spChg chg="mod">
          <ac:chgData name="MD. ISMAIL HOSSEN" userId="a4e88416-0835-49b4-bf11-1bffe063ddad" providerId="ADAL" clId="{8066A1B7-F7E4-441A-95F4-2D7C5F5723BD}" dt="2020-04-22T09:07:03.055" v="683" actId="255"/>
          <ac:spMkLst>
            <pc:docMk/>
            <pc:sldMk cId="652249033" sldId="294"/>
            <ac:spMk id="4" creationId="{84FF7807-DA0E-416B-94AB-D098BD91B1DC}"/>
          </ac:spMkLst>
        </pc:spChg>
        <pc:spChg chg="mod">
          <ac:chgData name="MD. ISMAIL HOSSEN" userId="a4e88416-0835-49b4-bf11-1bffe063ddad" providerId="ADAL" clId="{8066A1B7-F7E4-441A-95F4-2D7C5F5723BD}" dt="2020-04-22T09:06:41.768" v="681"/>
          <ac:spMkLst>
            <pc:docMk/>
            <pc:sldMk cId="652249033" sldId="294"/>
            <ac:spMk id="5" creationId="{3322CB79-31E6-2043-9768-6699756B1FD4}"/>
          </ac:spMkLst>
        </pc:spChg>
      </pc:sldChg>
      <pc:sldChg chg="modSp add">
        <pc:chgData name="MD. ISMAIL HOSSEN" userId="a4e88416-0835-49b4-bf11-1bffe063ddad" providerId="ADAL" clId="{8066A1B7-F7E4-441A-95F4-2D7C5F5723BD}" dt="2020-04-22T09:08:43.019" v="696" actId="15"/>
        <pc:sldMkLst>
          <pc:docMk/>
          <pc:sldMk cId="3932194346" sldId="295"/>
        </pc:sldMkLst>
        <pc:spChg chg="mod">
          <ac:chgData name="MD. ISMAIL HOSSEN" userId="a4e88416-0835-49b4-bf11-1bffe063ddad" providerId="ADAL" clId="{8066A1B7-F7E4-441A-95F4-2D7C5F5723BD}" dt="2020-04-22T09:08:43.019" v="696" actId="15"/>
          <ac:spMkLst>
            <pc:docMk/>
            <pc:sldMk cId="3932194346" sldId="295"/>
            <ac:spMk id="4" creationId="{84FF7807-DA0E-416B-94AB-D098BD91B1DC}"/>
          </ac:spMkLst>
        </pc:spChg>
        <pc:spChg chg="mod">
          <ac:chgData name="MD. ISMAIL HOSSEN" userId="a4e88416-0835-49b4-bf11-1bffe063ddad" providerId="ADAL" clId="{8066A1B7-F7E4-441A-95F4-2D7C5F5723BD}" dt="2020-04-22T09:07:34.382" v="686"/>
          <ac:spMkLst>
            <pc:docMk/>
            <pc:sldMk cId="3932194346" sldId="295"/>
            <ac:spMk id="5" creationId="{3322CB79-31E6-2043-9768-6699756B1FD4}"/>
          </ac:spMkLst>
        </pc:spChg>
      </pc:sldChg>
      <pc:sldChg chg="modSp add">
        <pc:chgData name="MD. ISMAIL HOSSEN" userId="a4e88416-0835-49b4-bf11-1bffe063ddad" providerId="ADAL" clId="{8066A1B7-F7E4-441A-95F4-2D7C5F5723BD}" dt="2020-04-22T09:13:35.789" v="706"/>
        <pc:sldMkLst>
          <pc:docMk/>
          <pc:sldMk cId="3480210942" sldId="296"/>
        </pc:sldMkLst>
        <pc:spChg chg="mod">
          <ac:chgData name="MD. ISMAIL HOSSEN" userId="a4e88416-0835-49b4-bf11-1bffe063ddad" providerId="ADAL" clId="{8066A1B7-F7E4-441A-95F4-2D7C5F5723BD}" dt="2020-04-22T09:13:06.558" v="703" actId="20577"/>
          <ac:spMkLst>
            <pc:docMk/>
            <pc:sldMk cId="3480210942" sldId="296"/>
            <ac:spMk id="4" creationId="{84FF7807-DA0E-416B-94AB-D098BD91B1DC}"/>
          </ac:spMkLst>
        </pc:spChg>
        <pc:spChg chg="mod">
          <ac:chgData name="MD. ISMAIL HOSSEN" userId="a4e88416-0835-49b4-bf11-1bffe063ddad" providerId="ADAL" clId="{8066A1B7-F7E4-441A-95F4-2D7C5F5723BD}" dt="2020-04-22T09:13:35.789" v="706"/>
          <ac:spMkLst>
            <pc:docMk/>
            <pc:sldMk cId="3480210942" sldId="296"/>
            <ac:spMk id="5" creationId="{3322CB79-31E6-2043-9768-6699756B1FD4}"/>
          </ac:spMkLst>
        </pc:spChg>
      </pc:sldChg>
      <pc:sldChg chg="modSp add">
        <pc:chgData name="MD. ISMAIL HOSSEN" userId="a4e88416-0835-49b4-bf11-1bffe063ddad" providerId="ADAL" clId="{8066A1B7-F7E4-441A-95F4-2D7C5F5723BD}" dt="2020-04-22T09:16:55.030" v="714" actId="15"/>
        <pc:sldMkLst>
          <pc:docMk/>
          <pc:sldMk cId="3954396708" sldId="297"/>
        </pc:sldMkLst>
        <pc:spChg chg="mod">
          <ac:chgData name="MD. ISMAIL HOSSEN" userId="a4e88416-0835-49b4-bf11-1bffe063ddad" providerId="ADAL" clId="{8066A1B7-F7E4-441A-95F4-2D7C5F5723BD}" dt="2020-04-22T09:16:55.030" v="714" actId="15"/>
          <ac:spMkLst>
            <pc:docMk/>
            <pc:sldMk cId="3954396708" sldId="297"/>
            <ac:spMk id="4" creationId="{84FF7807-DA0E-416B-94AB-D098BD91B1DC}"/>
          </ac:spMkLst>
        </pc:spChg>
        <pc:spChg chg="mod">
          <ac:chgData name="MD. ISMAIL HOSSEN" userId="a4e88416-0835-49b4-bf11-1bffe063ddad" providerId="ADAL" clId="{8066A1B7-F7E4-441A-95F4-2D7C5F5723BD}" dt="2020-04-22T09:15:50.873" v="708"/>
          <ac:spMkLst>
            <pc:docMk/>
            <pc:sldMk cId="3954396708" sldId="297"/>
            <ac:spMk id="5" creationId="{3322CB79-31E6-2043-9768-6699756B1FD4}"/>
          </ac:spMkLst>
        </pc:spChg>
      </pc:sldChg>
      <pc:sldChg chg="modSp add">
        <pc:chgData name="MD. ISMAIL HOSSEN" userId="a4e88416-0835-49b4-bf11-1bffe063ddad" providerId="ADAL" clId="{8066A1B7-F7E4-441A-95F4-2D7C5F5723BD}" dt="2020-04-22T09:18:58.238" v="726" actId="20577"/>
        <pc:sldMkLst>
          <pc:docMk/>
          <pc:sldMk cId="2899378328" sldId="298"/>
        </pc:sldMkLst>
        <pc:spChg chg="mod">
          <ac:chgData name="MD. ISMAIL HOSSEN" userId="a4e88416-0835-49b4-bf11-1bffe063ddad" providerId="ADAL" clId="{8066A1B7-F7E4-441A-95F4-2D7C5F5723BD}" dt="2020-04-22T09:18:58.238" v="726" actId="20577"/>
          <ac:spMkLst>
            <pc:docMk/>
            <pc:sldMk cId="2899378328" sldId="298"/>
            <ac:spMk id="4" creationId="{84FF7807-DA0E-416B-94AB-D098BD91B1DC}"/>
          </ac:spMkLst>
        </pc:spChg>
        <pc:spChg chg="mod">
          <ac:chgData name="MD. ISMAIL HOSSEN" userId="a4e88416-0835-49b4-bf11-1bffe063ddad" providerId="ADAL" clId="{8066A1B7-F7E4-441A-95F4-2D7C5F5723BD}" dt="2020-04-22T09:17:47.477" v="716" actId="20577"/>
          <ac:spMkLst>
            <pc:docMk/>
            <pc:sldMk cId="2899378328" sldId="298"/>
            <ac:spMk id="5" creationId="{3322CB79-31E6-2043-9768-6699756B1FD4}"/>
          </ac:spMkLst>
        </pc:spChg>
      </pc:sldChg>
      <pc:sldChg chg="modSp add">
        <pc:chgData name="MD. ISMAIL HOSSEN" userId="a4e88416-0835-49b4-bf11-1bffe063ddad" providerId="ADAL" clId="{8066A1B7-F7E4-441A-95F4-2D7C5F5723BD}" dt="2020-04-22T09:21:16.262" v="735" actId="14"/>
        <pc:sldMkLst>
          <pc:docMk/>
          <pc:sldMk cId="3919927401" sldId="299"/>
        </pc:sldMkLst>
        <pc:spChg chg="mod">
          <ac:chgData name="MD. ISMAIL HOSSEN" userId="a4e88416-0835-49b4-bf11-1bffe063ddad" providerId="ADAL" clId="{8066A1B7-F7E4-441A-95F4-2D7C5F5723BD}" dt="2020-04-22T09:21:16.262" v="735" actId="14"/>
          <ac:spMkLst>
            <pc:docMk/>
            <pc:sldMk cId="3919927401" sldId="299"/>
            <ac:spMk id="4" creationId="{84FF7807-DA0E-416B-94AB-D098BD91B1DC}"/>
          </ac:spMkLst>
        </pc:spChg>
        <pc:spChg chg="mod">
          <ac:chgData name="MD. ISMAIL HOSSEN" userId="a4e88416-0835-49b4-bf11-1bffe063ddad" providerId="ADAL" clId="{8066A1B7-F7E4-441A-95F4-2D7C5F5723BD}" dt="2020-04-22T09:20:20.275" v="728"/>
          <ac:spMkLst>
            <pc:docMk/>
            <pc:sldMk cId="3919927401" sldId="299"/>
            <ac:spMk id="5" creationId="{3322CB79-31E6-2043-9768-6699756B1FD4}"/>
          </ac:spMkLst>
        </pc:spChg>
      </pc:sldChg>
      <pc:sldChg chg="addSp delSp modSp add">
        <pc:chgData name="MD. ISMAIL HOSSEN" userId="a4e88416-0835-49b4-bf11-1bffe063ddad" providerId="ADAL" clId="{8066A1B7-F7E4-441A-95F4-2D7C5F5723BD}" dt="2020-04-22T09:28:27.724" v="767"/>
        <pc:sldMkLst>
          <pc:docMk/>
          <pc:sldMk cId="1093043034" sldId="300"/>
        </pc:sldMkLst>
        <pc:spChg chg="mod">
          <ac:chgData name="MD. ISMAIL HOSSEN" userId="a4e88416-0835-49b4-bf11-1bffe063ddad" providerId="ADAL" clId="{8066A1B7-F7E4-441A-95F4-2D7C5F5723BD}" dt="2020-04-22T09:26:05.268" v="738" actId="27636"/>
          <ac:spMkLst>
            <pc:docMk/>
            <pc:sldMk cId="1093043034" sldId="300"/>
            <ac:spMk id="2" creationId="{00000000-0000-0000-0000-000000000000}"/>
          </ac:spMkLst>
        </pc:spChg>
        <pc:spChg chg="del mod">
          <ac:chgData name="MD. ISMAIL HOSSEN" userId="a4e88416-0835-49b4-bf11-1bffe063ddad" providerId="ADAL" clId="{8066A1B7-F7E4-441A-95F4-2D7C5F5723BD}" dt="2020-04-22T09:28:27.724" v="767"/>
          <ac:spMkLst>
            <pc:docMk/>
            <pc:sldMk cId="1093043034" sldId="300"/>
            <ac:spMk id="4" creationId="{84FF7807-DA0E-416B-94AB-D098BD91B1DC}"/>
          </ac:spMkLst>
        </pc:spChg>
        <pc:spChg chg="mod">
          <ac:chgData name="MD. ISMAIL HOSSEN" userId="a4e88416-0835-49b4-bf11-1bffe063ddad" providerId="ADAL" clId="{8066A1B7-F7E4-441A-95F4-2D7C5F5723BD}" dt="2020-04-22T09:27:37.896" v="758" actId="20577"/>
          <ac:spMkLst>
            <pc:docMk/>
            <pc:sldMk cId="1093043034" sldId="300"/>
            <ac:spMk id="5" creationId="{3322CB79-31E6-2043-9768-6699756B1FD4}"/>
          </ac:spMkLst>
        </pc:spChg>
        <pc:picChg chg="add del mod">
          <ac:chgData name="MD. ISMAIL HOSSEN" userId="a4e88416-0835-49b4-bf11-1bffe063ddad" providerId="ADAL" clId="{8066A1B7-F7E4-441A-95F4-2D7C5F5723BD}" dt="2020-04-22T09:28:09.477" v="761"/>
          <ac:picMkLst>
            <pc:docMk/>
            <pc:sldMk cId="1093043034" sldId="300"/>
            <ac:picMk id="6" creationId="{A7F87B83-1E9D-4851-8E6D-725310D0CEB7}"/>
          </ac:picMkLst>
        </pc:picChg>
        <pc:picChg chg="add mod">
          <ac:chgData name="MD. ISMAIL HOSSEN" userId="a4e88416-0835-49b4-bf11-1bffe063ddad" providerId="ADAL" clId="{8066A1B7-F7E4-441A-95F4-2D7C5F5723BD}" dt="2020-04-22T09:28:27.037" v="765" actId="1076"/>
          <ac:picMkLst>
            <pc:docMk/>
            <pc:sldMk cId="1093043034" sldId="300"/>
            <ac:picMk id="7" creationId="{1804FAA7-A970-444B-B67A-5DAC280C4CC0}"/>
          </ac:picMkLst>
        </pc:picChg>
      </pc:sldChg>
      <pc:sldChg chg="addSp delSp modSp add">
        <pc:chgData name="MD. ISMAIL HOSSEN" userId="a4e88416-0835-49b4-bf11-1bffe063ddad" providerId="ADAL" clId="{8066A1B7-F7E4-441A-95F4-2D7C5F5723BD}" dt="2020-04-22T09:44:18.160" v="795" actId="20577"/>
        <pc:sldMkLst>
          <pc:docMk/>
          <pc:sldMk cId="3993097988" sldId="301"/>
        </pc:sldMkLst>
        <pc:spChg chg="add del">
          <ac:chgData name="MD. ISMAIL HOSSEN" userId="a4e88416-0835-49b4-bf11-1bffe063ddad" providerId="ADAL" clId="{8066A1B7-F7E4-441A-95F4-2D7C5F5723BD}" dt="2020-04-22T09:30:57.277" v="771"/>
          <ac:spMkLst>
            <pc:docMk/>
            <pc:sldMk cId="3993097988" sldId="301"/>
            <ac:spMk id="3" creationId="{6798544C-20C9-4180-8DB4-42A6B3AAE2C2}"/>
          </ac:spMkLst>
        </pc:spChg>
        <pc:spChg chg="add mod">
          <ac:chgData name="MD. ISMAIL HOSSEN" userId="a4e88416-0835-49b4-bf11-1bffe063ddad" providerId="ADAL" clId="{8066A1B7-F7E4-441A-95F4-2D7C5F5723BD}" dt="2020-04-22T09:44:18.160" v="795" actId="20577"/>
          <ac:spMkLst>
            <pc:docMk/>
            <pc:sldMk cId="3993097988" sldId="301"/>
            <ac:spMk id="4" creationId="{4DBD43C9-99AE-4E2F-9688-7768AAA22235}"/>
          </ac:spMkLst>
        </pc:spChg>
        <pc:spChg chg="mod">
          <ac:chgData name="MD. ISMAIL HOSSEN" userId="a4e88416-0835-49b4-bf11-1bffe063ddad" providerId="ADAL" clId="{8066A1B7-F7E4-441A-95F4-2D7C5F5723BD}" dt="2020-04-22T09:31:02.922" v="772"/>
          <ac:spMkLst>
            <pc:docMk/>
            <pc:sldMk cId="3993097988" sldId="301"/>
            <ac:spMk id="5" creationId="{3322CB79-31E6-2043-9768-6699756B1FD4}"/>
          </ac:spMkLst>
        </pc:spChg>
        <pc:spChg chg="add del mod">
          <ac:chgData name="MD. ISMAIL HOSSEN" userId="a4e88416-0835-49b4-bf11-1bffe063ddad" providerId="ADAL" clId="{8066A1B7-F7E4-441A-95F4-2D7C5F5723BD}" dt="2020-04-22T09:41:56.840" v="782"/>
          <ac:spMkLst>
            <pc:docMk/>
            <pc:sldMk cId="3993097988" sldId="301"/>
            <ac:spMk id="6" creationId="{F246F246-C914-4E5F-A572-0B2AECB20F25}"/>
          </ac:spMkLst>
        </pc:spChg>
        <pc:graphicFrameChg chg="add mod modGraphic">
          <ac:chgData name="MD. ISMAIL HOSSEN" userId="a4e88416-0835-49b4-bf11-1bffe063ddad" providerId="ADAL" clId="{8066A1B7-F7E4-441A-95F4-2D7C5F5723BD}" dt="2020-04-22T09:44:01.959" v="793" actId="1076"/>
          <ac:graphicFrameMkLst>
            <pc:docMk/>
            <pc:sldMk cId="3993097988" sldId="301"/>
            <ac:graphicFrameMk id="8" creationId="{EBC6D7F1-ACD0-4711-9F61-F920CF6E2B67}"/>
          </ac:graphicFrameMkLst>
        </pc:graphicFrameChg>
        <pc:picChg chg="del">
          <ac:chgData name="MD. ISMAIL HOSSEN" userId="a4e88416-0835-49b4-bf11-1bffe063ddad" providerId="ADAL" clId="{8066A1B7-F7E4-441A-95F4-2D7C5F5723BD}" dt="2020-04-22T09:30:51.694" v="769" actId="478"/>
          <ac:picMkLst>
            <pc:docMk/>
            <pc:sldMk cId="3993097988" sldId="301"/>
            <ac:picMk id="7" creationId="{1804FAA7-A970-444B-B67A-5DAC280C4CC0}"/>
          </ac:picMkLst>
        </pc:picChg>
      </pc:sldChg>
    </pc:docChg>
  </pc:docChgLst>
  <pc:docChgLst>
    <pc:chgData name="MD. ISMAIL HOSSEN" userId="a4e88416-0835-49b4-bf11-1bffe063ddad" providerId="ADAL" clId="{324D47F6-468E-469B-955A-058E92E466B5}"/>
    <pc:docChg chg="delSld modSld">
      <pc:chgData name="MD. ISMAIL HOSSEN" userId="a4e88416-0835-49b4-bf11-1bffe063ddad" providerId="ADAL" clId="{324D47F6-468E-469B-955A-058E92E466B5}" dt="2020-04-30T12:23:08.058" v="7" actId="2696"/>
      <pc:docMkLst>
        <pc:docMk/>
      </pc:docMkLst>
      <pc:sldChg chg="del">
        <pc:chgData name="MD. ISMAIL HOSSEN" userId="a4e88416-0835-49b4-bf11-1bffe063ddad" providerId="ADAL" clId="{324D47F6-468E-469B-955A-058E92E466B5}" dt="2020-04-30T12:23:08.058" v="7" actId="2696"/>
        <pc:sldMkLst>
          <pc:docMk/>
          <pc:sldMk cId="2823762119" sldId="258"/>
        </pc:sldMkLst>
      </pc:sldChg>
      <pc:sldChg chg="modSp">
        <pc:chgData name="MD. ISMAIL HOSSEN" userId="a4e88416-0835-49b4-bf11-1bffe063ddad" providerId="ADAL" clId="{324D47F6-468E-469B-955A-058E92E466B5}" dt="2020-04-30T12:22:19.770" v="2" actId="113"/>
        <pc:sldMkLst>
          <pc:docMk/>
          <pc:sldMk cId="716993272" sldId="273"/>
        </pc:sldMkLst>
        <pc:spChg chg="mod">
          <ac:chgData name="MD. ISMAIL HOSSEN" userId="a4e88416-0835-49b4-bf11-1bffe063ddad" providerId="ADAL" clId="{324D47F6-468E-469B-955A-058E92E466B5}" dt="2020-04-30T12:22:19.770" v="2" actId="113"/>
          <ac:spMkLst>
            <pc:docMk/>
            <pc:sldMk cId="716993272" sldId="273"/>
            <ac:spMk id="4" creationId="{84FF7807-DA0E-416B-94AB-D098BD91B1DC}"/>
          </ac:spMkLst>
        </pc:spChg>
        <pc:spChg chg="mod">
          <ac:chgData name="MD. ISMAIL HOSSEN" userId="a4e88416-0835-49b4-bf11-1bffe063ddad" providerId="ADAL" clId="{324D47F6-468E-469B-955A-058E92E466B5}" dt="2020-04-30T12:22:11.746" v="0" actId="20577"/>
          <ac:spMkLst>
            <pc:docMk/>
            <pc:sldMk cId="716993272" sldId="273"/>
            <ac:spMk id="5" creationId="{3322CB79-31E6-2043-9768-6699756B1FD4}"/>
          </ac:spMkLst>
        </pc:spChg>
      </pc:sldChg>
      <pc:sldChg chg="modSp">
        <pc:chgData name="MD. ISMAIL HOSSEN" userId="a4e88416-0835-49b4-bf11-1bffe063ddad" providerId="ADAL" clId="{324D47F6-468E-469B-955A-058E92E466B5}" dt="2020-04-30T12:22:39.366" v="5" actId="113"/>
        <pc:sldMkLst>
          <pc:docMk/>
          <pc:sldMk cId="1817253683" sldId="282"/>
        </pc:sldMkLst>
        <pc:spChg chg="mod">
          <ac:chgData name="MD. ISMAIL HOSSEN" userId="a4e88416-0835-49b4-bf11-1bffe063ddad" providerId="ADAL" clId="{324D47F6-468E-469B-955A-058E92E466B5}" dt="2020-04-30T12:22:39.366" v="5" actId="113"/>
          <ac:spMkLst>
            <pc:docMk/>
            <pc:sldMk cId="1817253683" sldId="282"/>
            <ac:spMk id="4" creationId="{84FF7807-DA0E-416B-94AB-D098BD91B1DC}"/>
          </ac:spMkLst>
        </pc:spChg>
        <pc:spChg chg="mod">
          <ac:chgData name="MD. ISMAIL HOSSEN" userId="a4e88416-0835-49b4-bf11-1bffe063ddad" providerId="ADAL" clId="{324D47F6-468E-469B-955A-058E92E466B5}" dt="2020-04-30T12:22:30.591" v="3" actId="20577"/>
          <ac:spMkLst>
            <pc:docMk/>
            <pc:sldMk cId="1817253683" sldId="282"/>
            <ac:spMk id="5" creationId="{3322CB79-31E6-2043-9768-6699756B1FD4}"/>
          </ac:spMkLst>
        </pc:spChg>
      </pc:sldChg>
      <pc:sldChg chg="modSp">
        <pc:chgData name="MD. ISMAIL HOSSEN" userId="a4e88416-0835-49b4-bf11-1bffe063ddad" providerId="ADAL" clId="{324D47F6-468E-469B-955A-058E92E466B5}" dt="2020-04-30T12:22:46.627" v="6" actId="20577"/>
        <pc:sldMkLst>
          <pc:docMk/>
          <pc:sldMk cId="1605952652" sldId="291"/>
        </pc:sldMkLst>
        <pc:spChg chg="mod">
          <ac:chgData name="MD. ISMAIL HOSSEN" userId="a4e88416-0835-49b4-bf11-1bffe063ddad" providerId="ADAL" clId="{324D47F6-468E-469B-955A-058E92E466B5}" dt="2020-04-30T12:22:46.627" v="6" actId="20577"/>
          <ac:spMkLst>
            <pc:docMk/>
            <pc:sldMk cId="1605952652" sldId="291"/>
            <ac:spMk id="5" creationId="{3322CB79-31E6-2043-9768-6699756B1FD4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02-Jun-23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84163" y="444728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8" name="Group 16"/>
          <p:cNvGrpSpPr/>
          <p:nvPr/>
        </p:nvGrpSpPr>
        <p:grpSpPr>
          <a:xfrm>
            <a:off x="284163" y="1906542"/>
            <a:ext cx="8576373" cy="137411"/>
            <a:chOff x="284163" y="1759424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1341" y="449005"/>
            <a:ext cx="7808976" cy="1088136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marL="0" algn="l" defTabSz="914400" rtl="0" eaLnBrk="1" latinLnBrk="0" hangingPunct="1">
              <a:lnSpc>
                <a:spcPts val="4600"/>
              </a:lnSpc>
              <a:spcBef>
                <a:spcPct val="0"/>
              </a:spcBef>
              <a:buNone/>
              <a:defRPr sz="42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6205" y="1532427"/>
            <a:ext cx="7754112" cy="484632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i-FI"/>
              <a:t>Click to edit Master subtitle style</a:t>
            </a:r>
            <a:endParaRPr dirty="0"/>
          </a:p>
        </p:txBody>
      </p:sp>
      <p:sp>
        <p:nvSpPr>
          <p:cNvPr id="13" name="Rectangle 12"/>
          <p:cNvSpPr/>
          <p:nvPr/>
        </p:nvSpPr>
        <p:spPr>
          <a:xfrm>
            <a:off x="284163" y="6227064"/>
            <a:ext cx="8574087" cy="173736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26" name="Picture 2" descr="Image result for AIUB logo">
            <a:extLst>
              <a:ext uri="{FF2B5EF4-FFF2-40B4-BE49-F238E27FC236}">
                <a16:creationId xmlns:a16="http://schemas.microsoft.com/office/drawing/2014/main" id="{CF3BFD94-6180-4B73-8361-A4B02BAD175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38596" y="459899"/>
            <a:ext cx="1419654" cy="14285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8" name="Group 7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02-Jun-23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284163" y="444728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02-Jun-23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284162" y="2017058"/>
            <a:ext cx="8574087" cy="4377391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2420" y="1532965"/>
            <a:ext cx="7754284" cy="484094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i-FI"/>
              <a:t>Click to edit Master subtitle style</a:t>
            </a:r>
            <a:endParaRPr dirty="0"/>
          </a:p>
        </p:txBody>
      </p:sp>
      <p:grpSp>
        <p:nvGrpSpPr>
          <p:cNvPr id="7" name="Group 16"/>
          <p:cNvGrpSpPr/>
          <p:nvPr/>
        </p:nvGrpSpPr>
        <p:grpSpPr>
          <a:xfrm>
            <a:off x="284163" y="1906542"/>
            <a:ext cx="8576373" cy="137411"/>
            <a:chOff x="284163" y="1759424"/>
            <a:chExt cx="8576373" cy="137411"/>
          </a:xfrm>
        </p:grpSpPr>
        <p:sp>
          <p:nvSpPr>
            <p:cNvPr id="11" name="Rectangle 10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9" name="TextBox 18"/>
          <p:cNvSpPr txBox="1"/>
          <p:nvPr/>
        </p:nvSpPr>
        <p:spPr>
          <a:xfrm>
            <a:off x="8230889" y="444728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8633" y="444728"/>
            <a:ext cx="7810967" cy="1088237"/>
          </a:xfrm>
          <a:noFill/>
        </p:spPr>
        <p:txBody>
          <a:bodyPr bIns="45720" anchor="b" anchorCtr="0">
            <a:normAutofit/>
          </a:bodyPr>
          <a:lstStyle>
            <a:lvl1pPr algn="l">
              <a:lnSpc>
                <a:spcPts val="4600"/>
              </a:lnSpc>
              <a:defRPr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3" name="TextBox 12"/>
          <p:cNvSpPr txBox="1"/>
          <p:nvPr/>
        </p:nvSpPr>
        <p:spPr>
          <a:xfrm>
            <a:off x="8230889" y="4801575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9768" y="4814125"/>
            <a:ext cx="7772400" cy="1051560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2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5488" y="5861304"/>
            <a:ext cx="7735824" cy="402336"/>
          </a:xfrm>
        </p:spPr>
        <p:txBody>
          <a:bodyPr vert="horz" lIns="91440" tIns="45720" rIns="91440" bIns="45720" rtlCol="0" anchor="t" anchorCtr="0">
            <a:normAutofit/>
          </a:bodyPr>
          <a:lstStyle>
            <a:lvl1pPr marL="0" indent="0">
              <a:spcBef>
                <a:spcPts val="0"/>
              </a:spcBef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lvl="0" indent="0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</a:pPr>
            <a:r>
              <a:rPr lang="fi-FI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02-Jun-23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284162" y="443754"/>
            <a:ext cx="8574087" cy="4370293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02-Jun-23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8" name="Group 7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2" name="TextBox 11"/>
          <p:cNvSpPr txBox="1"/>
          <p:nvPr/>
        </p:nvSpPr>
        <p:spPr>
          <a:xfrm>
            <a:off x="8230889" y="4801575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0306" y="4814047"/>
            <a:ext cx="7772400" cy="1048871"/>
          </a:xfrm>
          <a:noFill/>
        </p:spPr>
        <p:txBody>
          <a:bodyPr anchor="b" anchorCtr="0">
            <a:normAutofit/>
          </a:bodyPr>
          <a:lstStyle>
            <a:lvl1pPr algn="l">
              <a:defRPr sz="4200" b="0" i="0" cap="none" baseline="0"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0647" y="5862918"/>
            <a:ext cx="7732059" cy="403412"/>
          </a:xfrm>
        </p:spPr>
        <p:txBody>
          <a:bodyPr anchor="t" anchorCtr="0">
            <a:normAutofit/>
          </a:bodyPr>
          <a:lstStyle>
            <a:lvl1pPr marL="0" indent="0">
              <a:spcBef>
                <a:spcPts val="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9" name="Group 8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03412" y="2151063"/>
            <a:ext cx="3931920" cy="3975100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78188" y="2151063"/>
            <a:ext cx="3931920" cy="3975100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02-Jun-23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11" name="Group 10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12" name="Rectangle 11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03412" y="1735138"/>
            <a:ext cx="3931920" cy="833250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buNone/>
              <a:defRPr sz="26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03412" y="2590800"/>
            <a:ext cx="3931920" cy="3535362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79495" y="1735138"/>
            <a:ext cx="3931920" cy="833250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buNone/>
              <a:defRPr sz="26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79495" y="2590800"/>
            <a:ext cx="3931920" cy="3535362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02-Jun-23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7" name="Group 6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8" name="Rectangle 7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" name="Rectangle 8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02-Jun-23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02-Jun-23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5" name="Group 4"/>
          <p:cNvGrpSpPr/>
          <p:nvPr/>
        </p:nvGrpSpPr>
        <p:grpSpPr>
          <a:xfrm>
            <a:off x="284164" y="452718"/>
            <a:ext cx="7365210" cy="137411"/>
            <a:chOff x="284163" y="1577847"/>
            <a:chExt cx="8576373" cy="137411"/>
          </a:xfrm>
        </p:grpSpPr>
        <p:sp>
          <p:nvSpPr>
            <p:cNvPr id="6" name="Rectangle 5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" name="Rectangle 6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" name="Rectangle 7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pic>
        <p:nvPicPr>
          <p:cNvPr id="2050" name="Picture 2" descr="Image result for AIUB logo">
            <a:extLst>
              <a:ext uri="{FF2B5EF4-FFF2-40B4-BE49-F238E27FC236}">
                <a16:creationId xmlns:a16="http://schemas.microsoft.com/office/drawing/2014/main" id="{C28CB252-6044-4564-B6A7-264FC3396E0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49374" y="55844"/>
            <a:ext cx="1279161" cy="12871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8941" y="1298762"/>
            <a:ext cx="4069080" cy="1162050"/>
          </a:xfrm>
          <a:noFill/>
        </p:spPr>
        <p:txBody>
          <a:bodyPr anchor="b">
            <a:noAutofit/>
          </a:bodyPr>
          <a:lstStyle>
            <a:lvl1pPr algn="ctr">
              <a:defRPr sz="3200" b="1">
                <a:solidFill>
                  <a:schemeClr val="accent2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3567" y="914400"/>
            <a:ext cx="4069080" cy="5211763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68941" y="2456329"/>
            <a:ext cx="4069080" cy="3182472"/>
          </a:xfrm>
        </p:spPr>
        <p:txBody>
          <a:bodyPr>
            <a:normAutofit/>
          </a:bodyPr>
          <a:lstStyle>
            <a:lvl1pPr marL="0" indent="0" algn="ctr">
              <a:spcBef>
                <a:spcPts val="600"/>
              </a:spcBef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02-Jun-23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>
            <a:off x="284163" y="452718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3071" y="4800600"/>
            <a:ext cx="8360242" cy="566738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4163" y="457199"/>
            <a:ext cx="8577072" cy="435254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099" y="5367338"/>
            <a:ext cx="8304213" cy="804862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02-Jun-23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, Alt.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8"/>
          <p:cNvGrpSpPr/>
          <p:nvPr/>
        </p:nvGrpSpPr>
        <p:grpSpPr>
          <a:xfrm>
            <a:off x="284163" y="4280647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3071" y="4778189"/>
            <a:ext cx="8360242" cy="566738"/>
          </a:xfrm>
          <a:noFill/>
        </p:spPr>
        <p:txBody>
          <a:bodyPr anchor="b">
            <a:normAutofit/>
          </a:bodyPr>
          <a:lstStyle>
            <a:lvl1pPr algn="l">
              <a:defRPr sz="2800" b="0">
                <a:solidFill>
                  <a:schemeClr val="accent2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4163" y="457200"/>
            <a:ext cx="8577072" cy="3822192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099" y="5344927"/>
            <a:ext cx="8304213" cy="804862"/>
          </a:xfrm>
          <a:noFill/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02-Jun-23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, Picture,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57600" y="914400"/>
            <a:ext cx="5195047" cy="5211763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02-Jun-23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284163" y="4267200"/>
            <a:ext cx="2743200" cy="2120153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101" y="4953001"/>
            <a:ext cx="2472017" cy="1246094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0764" y="4419600"/>
            <a:ext cx="2475395" cy="510988"/>
          </a:xfrm>
          <a:noFill/>
        </p:spPr>
        <p:txBody>
          <a:bodyPr anchor="b">
            <a:normAutofit/>
          </a:bodyPr>
          <a:lstStyle>
            <a:lvl1pPr algn="l">
              <a:defRPr sz="2000" b="1">
                <a:solidFill>
                  <a:schemeClr val="bg1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14" name="Picture Placeholder 13"/>
          <p:cNvSpPr>
            <a:spLocks noGrp="1"/>
          </p:cNvSpPr>
          <p:nvPr>
            <p:ph type="pic" sz="quarter" idx="13"/>
          </p:nvPr>
        </p:nvSpPr>
        <p:spPr>
          <a:xfrm>
            <a:off x="284164" y="594360"/>
            <a:ext cx="2743200" cy="3675888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grpSp>
        <p:nvGrpSpPr>
          <p:cNvPr id="8" name="Group 14"/>
          <p:cNvGrpSpPr/>
          <p:nvPr/>
        </p:nvGrpSpPr>
        <p:grpSpPr>
          <a:xfrm>
            <a:off x="284163" y="461682"/>
            <a:ext cx="8576373" cy="137411"/>
            <a:chOff x="284163" y="1759424"/>
            <a:chExt cx="8576373" cy="137411"/>
          </a:xfrm>
        </p:grpSpPr>
        <p:sp>
          <p:nvSpPr>
            <p:cNvPr id="16" name="Rectangle 15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" name="Rectangle 16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8" name="Rectangle 17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3 Pictures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3021013" y="4801575"/>
            <a:ext cx="583723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1661" y="4800600"/>
            <a:ext cx="5691651" cy="566738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021014" y="457199"/>
            <a:ext cx="5833872" cy="4352544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69805" y="5367338"/>
            <a:ext cx="5653507" cy="804862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02-Jun-23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Picture Placeholder 2"/>
          <p:cNvSpPr>
            <a:spLocks noGrp="1"/>
          </p:cNvSpPr>
          <p:nvPr>
            <p:ph type="pic" idx="13"/>
          </p:nvPr>
        </p:nvSpPr>
        <p:spPr>
          <a:xfrm>
            <a:off x="284164" y="457200"/>
            <a:ext cx="2736850" cy="2907792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14" name="Picture Placeholder 2"/>
          <p:cNvSpPr>
            <a:spLocks noGrp="1"/>
          </p:cNvSpPr>
          <p:nvPr>
            <p:ph type="pic" idx="14"/>
          </p:nvPr>
        </p:nvSpPr>
        <p:spPr>
          <a:xfrm>
            <a:off x="284164" y="3364992"/>
            <a:ext cx="2736850" cy="2898648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8" name="Group 7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84163" y="2133600"/>
            <a:ext cx="8574087" cy="4013200"/>
          </a:xfrm>
        </p:spPr>
        <p:txBody>
          <a:bodyPr vert="eaVert"/>
          <a:lstStyle>
            <a:lvl5pPr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02-Jun-23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 rot="5400000">
            <a:off x="5313882" y="2857535"/>
            <a:ext cx="5934615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695124" y="473075"/>
            <a:ext cx="969264" cy="5921375"/>
          </a:xfrm>
        </p:spPr>
        <p:txBody>
          <a:bodyPr vert="eaVert"/>
          <a:lstStyle>
            <a:lvl1pPr algn="l">
              <a:defRPr sz="3400"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84163" y="457200"/>
            <a:ext cx="6497637" cy="5937250"/>
          </a:xfrm>
        </p:spPr>
        <p:txBody>
          <a:bodyPr vert="eaVert"/>
          <a:lstStyle>
            <a:lvl5pPr algn="l"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02-Jun-23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 rot="5400000">
            <a:off x="4658724" y="3355723"/>
            <a:ext cx="5934456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81503" y="2133600"/>
            <a:ext cx="7076747" cy="39925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794936" y="643703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 b="1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4251665B-C24A-4702-B522-6A4334602E03}" type="datetimeFigureOut">
              <a:rPr lang="en-US" smtClean="0"/>
              <a:t>02-Jun-23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9698" y="6437032"/>
            <a:ext cx="612490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 b="1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306459" y="167347"/>
            <a:ext cx="630621" cy="359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 b="1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4163" y="630382"/>
            <a:ext cx="8574087" cy="967840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i-FI"/>
              <a:t>Click to edit Master title style</a:t>
            </a: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r" defTabSz="914400" rtl="0" eaLnBrk="1" latinLnBrk="0" hangingPunct="1">
        <a:spcBef>
          <a:spcPct val="0"/>
        </a:spcBef>
        <a:buNone/>
        <a:defRPr sz="42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454025" indent="-454025" algn="l" defTabSz="914400" rtl="0" eaLnBrk="1" latinLnBrk="0" hangingPunct="1">
        <a:spcBef>
          <a:spcPts val="20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914400" indent="-457200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sz="22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1260475" indent="-346075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20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600200" indent="-339725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939925" indent="-3317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2290763" indent="-344488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2625725" indent="-3444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2970213" indent="-344488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3313113" indent="-3444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lang="en-US" sz="1800" kern="1200" dirty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faruk.sohan@aiub.edu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y0B6tuC6niE" TargetMode="External"/><Relationship Id="rId7" Type="http://schemas.openxmlformats.org/officeDocument/2006/relationships/hyperlink" Target="https://www.youtube.com/watch?v=KYEDJChGxh8" TargetMode="External"/><Relationship Id="rId2" Type="http://schemas.openxmlformats.org/officeDocument/2006/relationships/hyperlink" Target="https://www.youtube.com/watch?v=L2zsmYaI5ww&amp;t=1435s" TargetMode="External"/><Relationship Id="rId1" Type="http://schemas.openxmlformats.org/officeDocument/2006/relationships/slideLayout" Target="../slideLayouts/slideLayout9.xml"/><Relationship Id="rId6" Type="http://schemas.openxmlformats.org/officeDocument/2006/relationships/hyperlink" Target="https://www.youtube.com/watch?v=_7RK3rsfQ8w" TargetMode="External"/><Relationship Id="rId5" Type="http://schemas.openxmlformats.org/officeDocument/2006/relationships/hyperlink" Target="https://www.youtube.com/watch?v=TaQS3qSDXV0" TargetMode="External"/><Relationship Id="rId4" Type="http://schemas.openxmlformats.org/officeDocument/2006/relationships/hyperlink" Target="https://www.youtube.com/watch?v=3mV7q3_OAGM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Representation of Numbers and Characters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6205" y="1532427"/>
            <a:ext cx="2789509" cy="484632"/>
          </a:xfrm>
        </p:spPr>
        <p:txBody>
          <a:bodyPr/>
          <a:lstStyle/>
          <a:p>
            <a:r>
              <a:rPr lang="en-US" dirty="0"/>
              <a:t>Course Code: COE 3205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971" y="2446757"/>
            <a:ext cx="902461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Dept. of Computer Science</a:t>
            </a:r>
          </a:p>
          <a:p>
            <a:pPr algn="ctr"/>
            <a:r>
              <a:rPr lang="en-US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Faculty of Science and Technology</a:t>
            </a:r>
            <a:endParaRPr lang="en-US" sz="2400" b="1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29FF08AD-7519-4C4A-8E0D-640DF5BB5E5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477212"/>
              </p:ext>
            </p:extLst>
          </p:nvPr>
        </p:nvGraphicFramePr>
        <p:xfrm>
          <a:off x="476205" y="5186042"/>
          <a:ext cx="8335798" cy="757472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483224">
                  <a:extLst>
                    <a:ext uri="{9D8B030D-6E8A-4147-A177-3AD203B41FA5}">
                      <a16:colId xmlns:a16="http://schemas.microsoft.com/office/drawing/2014/main" val="3905988420"/>
                    </a:ext>
                  </a:extLst>
                </a:gridCol>
                <a:gridCol w="1397725">
                  <a:extLst>
                    <a:ext uri="{9D8B030D-6E8A-4147-A177-3AD203B41FA5}">
                      <a16:colId xmlns:a16="http://schemas.microsoft.com/office/drawing/2014/main" val="2889894460"/>
                    </a:ext>
                  </a:extLst>
                </a:gridCol>
                <a:gridCol w="1227909">
                  <a:extLst>
                    <a:ext uri="{9D8B030D-6E8A-4147-A177-3AD203B41FA5}">
                      <a16:colId xmlns:a16="http://schemas.microsoft.com/office/drawing/2014/main" val="3023211198"/>
                    </a:ext>
                  </a:extLst>
                </a:gridCol>
                <a:gridCol w="1281165">
                  <a:extLst>
                    <a:ext uri="{9D8B030D-6E8A-4147-A177-3AD203B41FA5}">
                      <a16:colId xmlns:a16="http://schemas.microsoft.com/office/drawing/2014/main" val="1762131981"/>
                    </a:ext>
                  </a:extLst>
                </a:gridCol>
                <a:gridCol w="1195754">
                  <a:extLst>
                    <a:ext uri="{9D8B030D-6E8A-4147-A177-3AD203B41FA5}">
                      <a16:colId xmlns:a16="http://schemas.microsoft.com/office/drawing/2014/main" val="445458238"/>
                    </a:ext>
                  </a:extLst>
                </a:gridCol>
                <a:gridCol w="1750021">
                  <a:extLst>
                    <a:ext uri="{9D8B030D-6E8A-4147-A177-3AD203B41FA5}">
                      <a16:colId xmlns:a16="http://schemas.microsoft.com/office/drawing/2014/main" val="1508364941"/>
                    </a:ext>
                  </a:extLst>
                </a:gridCol>
              </a:tblGrid>
              <a:tr h="378736">
                <a:tc>
                  <a:txBody>
                    <a:bodyPr/>
                    <a:lstStyle/>
                    <a:p>
                      <a:r>
                        <a:rPr lang="en-US" dirty="0"/>
                        <a:t>Lecturer No: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Week No: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Semester: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Summer 22-23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7040212"/>
                  </a:ext>
                </a:extLst>
              </a:tr>
              <a:tr h="37873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Lecturer:</a:t>
                      </a:r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r>
                        <a:rPr lang="en-US" i="1" dirty="0"/>
                        <a:t>Md. Faruk Abdullah Al Sohan; </a:t>
                      </a:r>
                      <a:r>
                        <a:rPr lang="en-US" i="1" dirty="0">
                          <a:hlinkClick r:id="rId2"/>
                        </a:rPr>
                        <a:t>faruk.sohan@aiub.edu</a:t>
                      </a:r>
                      <a:r>
                        <a:rPr lang="en-US" i="1" dirty="0"/>
                        <a:t> 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FI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FI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FI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FI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1734565"/>
                  </a:ext>
                </a:extLst>
              </a:tr>
            </a:tbl>
          </a:graphicData>
        </a:graphic>
      </p:graphicFrame>
      <p:sp>
        <p:nvSpPr>
          <p:cNvPr id="8" name="Subtitle 2">
            <a:extLst>
              <a:ext uri="{FF2B5EF4-FFF2-40B4-BE49-F238E27FC236}">
                <a16:creationId xmlns:a16="http://schemas.microsoft.com/office/drawing/2014/main" id="{FF0F860A-68ED-3A45-9B2E-50E8CE1BC6B7}"/>
              </a:ext>
            </a:extLst>
          </p:cNvPr>
          <p:cNvSpPr txBox="1">
            <a:spLocks/>
          </p:cNvSpPr>
          <p:nvPr/>
        </p:nvSpPr>
        <p:spPr>
          <a:xfrm>
            <a:off x="3320578" y="1538380"/>
            <a:ext cx="4290044" cy="484632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10000"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2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Course Title: Computer Organization &amp; Architecture </a:t>
            </a:r>
          </a:p>
        </p:txBody>
      </p:sp>
    </p:spTree>
    <p:extLst>
      <p:ext uri="{BB962C8B-B14F-4D97-AF65-F5344CB8AC3E}">
        <p14:creationId xmlns:p14="http://schemas.microsoft.com/office/powerpoint/2010/main" val="7007073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Lecture Outline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86697" y="2363928"/>
            <a:ext cx="7754112" cy="3009930"/>
          </a:xfrm>
        </p:spPr>
        <p:txBody>
          <a:bodyPr>
            <a:normAutofit fontScale="92500" lnSpcReduction="10000"/>
          </a:bodyPr>
          <a:lstStyle/>
          <a:p>
            <a:pPr marL="342900" indent="-342900">
              <a:buAutoNum type="arabicPeriod"/>
            </a:pPr>
            <a:r>
              <a:rPr lang="en-US" sz="2400" dirty="0">
                <a:solidFill>
                  <a:schemeClr val="tx1"/>
                </a:solidFill>
              </a:rPr>
              <a:t>Number System</a:t>
            </a:r>
          </a:p>
          <a:p>
            <a:pPr marL="342900" indent="-342900">
              <a:buAutoNum type="arabicPeriod"/>
            </a:pPr>
            <a:endParaRPr lang="en-US" sz="2400" dirty="0">
              <a:solidFill>
                <a:schemeClr val="tx1"/>
              </a:solidFill>
            </a:endParaRPr>
          </a:p>
          <a:p>
            <a:pPr marL="342900" indent="-342900">
              <a:buAutoNum type="arabicPeriod"/>
            </a:pPr>
            <a:r>
              <a:rPr lang="en-US" sz="2400" dirty="0">
                <a:solidFill>
                  <a:schemeClr val="tx1"/>
                </a:solidFill>
              </a:rPr>
              <a:t>Conversion Between Number Systems </a:t>
            </a:r>
          </a:p>
          <a:p>
            <a:pPr marL="342900" indent="-342900">
              <a:buAutoNum type="arabicPeriod"/>
            </a:pPr>
            <a:endParaRPr lang="en-US" sz="2400" dirty="0">
              <a:solidFill>
                <a:schemeClr val="tx1"/>
              </a:solidFill>
            </a:endParaRPr>
          </a:p>
          <a:p>
            <a:pPr marL="342900" indent="-342900">
              <a:buAutoNum type="arabicPeriod"/>
            </a:pPr>
            <a:r>
              <a:rPr lang="en-US" sz="2400" dirty="0">
                <a:solidFill>
                  <a:schemeClr val="tx1"/>
                </a:solidFill>
              </a:rPr>
              <a:t>Addition and Subtraction</a:t>
            </a:r>
          </a:p>
          <a:p>
            <a:pPr marL="342900" indent="-342900">
              <a:buAutoNum type="arabicPeriod"/>
            </a:pPr>
            <a:endParaRPr lang="en-US" sz="2400" dirty="0">
              <a:solidFill>
                <a:schemeClr val="tx1"/>
              </a:solidFill>
            </a:endParaRPr>
          </a:p>
          <a:p>
            <a:pPr marL="342900" indent="-342900">
              <a:buAutoNum type="arabicPeriod"/>
            </a:pPr>
            <a:r>
              <a:rPr lang="en-US" sz="2400" dirty="0">
                <a:solidFill>
                  <a:schemeClr val="tx1"/>
                </a:solidFill>
              </a:rPr>
              <a:t>Integer Representation in computer</a:t>
            </a:r>
          </a:p>
          <a:p>
            <a:pPr marL="342900" indent="-342900">
              <a:buAutoNum type="arabicPeriod"/>
            </a:pPr>
            <a:endParaRPr lang="en-US" sz="2400" dirty="0">
              <a:solidFill>
                <a:schemeClr val="tx1"/>
              </a:solidFill>
            </a:endParaRPr>
          </a:p>
          <a:p>
            <a:pPr marL="342900" indent="-342900">
              <a:buAutoNum type="arabicPeriod"/>
            </a:pPr>
            <a:r>
              <a:rPr lang="en-US" sz="2400" dirty="0">
                <a:solidFill>
                  <a:schemeClr val="tx1"/>
                </a:solidFill>
              </a:rPr>
              <a:t>Character encoding and usage by computer (ASCII Code)</a:t>
            </a:r>
            <a:endParaRPr lang="en-US" dirty="0">
              <a:solidFill>
                <a:schemeClr val="tx1"/>
              </a:solidFill>
            </a:endParaRPr>
          </a:p>
          <a:p>
            <a:pPr marL="342900" indent="-342900">
              <a:buAutoNum type="arabicPeriod"/>
            </a:pP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48740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Number System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T</a:t>
            </a:r>
            <a:r>
              <a:rPr lang="en-FI" dirty="0"/>
              <a:t>opic sub heading..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7C26D19-85DA-834B-9600-C9820C508897}"/>
              </a:ext>
            </a:extLst>
          </p:cNvPr>
          <p:cNvSpPr txBox="1"/>
          <p:nvPr/>
        </p:nvSpPr>
        <p:spPr>
          <a:xfrm>
            <a:off x="783772" y="2435897"/>
            <a:ext cx="2910027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Decimal Numbers</a:t>
            </a:r>
          </a:p>
          <a:p>
            <a:endParaRPr lang="en-US" dirty="0"/>
          </a:p>
          <a:p>
            <a:r>
              <a:rPr lang="en-US" dirty="0"/>
              <a:t>Binary Number system</a:t>
            </a:r>
          </a:p>
          <a:p>
            <a:endParaRPr lang="en-US" dirty="0"/>
          </a:p>
          <a:p>
            <a:r>
              <a:rPr lang="en-US" dirty="0"/>
              <a:t>Hexadecimal Number system</a:t>
            </a:r>
          </a:p>
        </p:txBody>
      </p:sp>
    </p:spTree>
    <p:extLst>
      <p:ext uri="{BB962C8B-B14F-4D97-AF65-F5344CB8AC3E}">
        <p14:creationId xmlns:p14="http://schemas.microsoft.com/office/powerpoint/2010/main" val="21343907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Number System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Decimal Numbers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7C26D19-85DA-834B-9600-C9820C508897}"/>
              </a:ext>
            </a:extLst>
          </p:cNvPr>
          <p:cNvSpPr txBox="1"/>
          <p:nvPr/>
        </p:nvSpPr>
        <p:spPr>
          <a:xfrm>
            <a:off x="618979" y="2222695"/>
            <a:ext cx="7918904" cy="37240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3200" dirty="0">
                <a:solidFill>
                  <a:schemeClr val="tx2"/>
                </a:solidFill>
              </a:rPr>
              <a:t>In a positional number system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200" dirty="0"/>
              <a:t>Each digit in the number is associated with a power of 10.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200" dirty="0"/>
              <a:t>i.e.3245 = 3 thousands, 2 hundreds, 4 tens and 5 ones. </a:t>
            </a:r>
          </a:p>
          <a:p>
            <a:pPr lvl="1"/>
            <a:r>
              <a:rPr lang="en-US" sz="2200" dirty="0"/>
              <a:t>  OR, 3245 = 3X(10^3)+2X(10^2)+4X(10^1)+5X(10^0)</a:t>
            </a:r>
          </a:p>
          <a:p>
            <a:endParaRPr lang="en-US" sz="1000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3200" dirty="0">
                <a:solidFill>
                  <a:schemeClr val="tx2"/>
                </a:solidFill>
              </a:rPr>
              <a:t>In a positional number system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200" dirty="0"/>
              <a:t>A number b is selected as the base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200" dirty="0"/>
              <a:t>Symbols are assigned to numbers between 0 and b-1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200" dirty="0"/>
              <a:t>In decimal system symbols are 0,1,2,3,4,5,6,7,8,9.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200" dirty="0"/>
              <a:t>The base ten is represented as 10</a:t>
            </a:r>
          </a:p>
        </p:txBody>
      </p:sp>
    </p:spTree>
    <p:extLst>
      <p:ext uri="{BB962C8B-B14F-4D97-AF65-F5344CB8AC3E}">
        <p14:creationId xmlns:p14="http://schemas.microsoft.com/office/powerpoint/2010/main" val="27945992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Number System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Binary Number System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7C26D19-85DA-834B-9600-C9820C508897}"/>
              </a:ext>
            </a:extLst>
          </p:cNvPr>
          <p:cNvSpPr txBox="1"/>
          <p:nvPr/>
        </p:nvSpPr>
        <p:spPr>
          <a:xfrm>
            <a:off x="618979" y="2222695"/>
            <a:ext cx="7918904" cy="31239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lvl="0" indent="-571500"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lang="en-US" sz="2400" dirty="0"/>
              <a:t>The base is two</a:t>
            </a:r>
          </a:p>
          <a:p>
            <a:pPr marL="571500" lvl="0" indent="-571500"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endParaRPr lang="en-US" sz="2400" dirty="0"/>
          </a:p>
          <a:p>
            <a:pPr marL="571500" lvl="0" indent="-571500"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lang="en-US" sz="2400" dirty="0"/>
              <a:t>There are only two digits, 0 and 1.</a:t>
            </a:r>
          </a:p>
          <a:p>
            <a:pPr marL="571500" lvl="0" indent="-571500"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endParaRPr lang="en-US" sz="2400" dirty="0"/>
          </a:p>
          <a:p>
            <a:pPr marL="571500" lvl="0" indent="-571500"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lang="en-US" sz="2400" dirty="0"/>
              <a:t>i.e. binary string 11010 represent the number 1X(2^4)+1X(2^3)+0X(2^2)+1X(2^1)+0X(2^0) = 26</a:t>
            </a:r>
          </a:p>
          <a:p>
            <a:pPr marL="571500" lvl="0" indent="-571500"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endParaRPr lang="en-US" sz="2400" dirty="0"/>
          </a:p>
          <a:p>
            <a:pPr marL="571500" lvl="3" indent="-571500">
              <a:spcBef>
                <a:spcPts val="600"/>
              </a:spcBef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lang="en-US" sz="2400" dirty="0"/>
              <a:t>Base two is represented in binary as 2</a:t>
            </a:r>
          </a:p>
        </p:txBody>
      </p:sp>
    </p:spTree>
    <p:extLst>
      <p:ext uri="{BB962C8B-B14F-4D97-AF65-F5344CB8AC3E}">
        <p14:creationId xmlns:p14="http://schemas.microsoft.com/office/powerpoint/2010/main" val="14485885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Number System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Why Hexadecimal?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7C26D19-85DA-834B-9600-C9820C508897}"/>
              </a:ext>
            </a:extLst>
          </p:cNvPr>
          <p:cNvSpPr txBox="1"/>
          <p:nvPr/>
        </p:nvSpPr>
        <p:spPr>
          <a:xfrm>
            <a:off x="154745" y="2222695"/>
            <a:ext cx="8383138" cy="311931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412750" lvl="0" indent="-412750" defTabSz="543305">
              <a:lnSpc>
                <a:spcPct val="90000"/>
              </a:lnSpc>
              <a:spcBef>
                <a:spcPts val="3900"/>
              </a:spcBef>
              <a:defRPr sz="1800">
                <a:solidFill>
                  <a:srgbClr val="000000"/>
                </a:solidFill>
              </a:defRPr>
            </a:pPr>
            <a:r>
              <a:rPr lang="en-US" sz="2400" b="1" dirty="0"/>
              <a:t>We have decimal and binary. Why Hex?</a:t>
            </a:r>
            <a:endParaRPr lang="en-US"/>
          </a:p>
          <a:p>
            <a:pPr marL="342900" lvl="0" indent="-342900" defTabSz="543305">
              <a:lnSpc>
                <a:spcPct val="90000"/>
              </a:lnSpc>
              <a:spcBef>
                <a:spcPts val="3900"/>
              </a:spcBef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Binary:</a:t>
            </a:r>
          </a:p>
          <a:p>
            <a:pPr marL="1156335" lvl="1" indent="-742950" defTabSz="543305">
              <a:lnSpc>
                <a:spcPct val="90000"/>
              </a:lnSpc>
              <a:spcBef>
                <a:spcPts val="600"/>
              </a:spcBef>
              <a:buClr>
                <a:srgbClr val="000000"/>
              </a:buClr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lang="en-US" sz="2000" dirty="0"/>
              <a:t>Numbers written in binary tend to be long and difficult to express</a:t>
            </a:r>
          </a:p>
          <a:p>
            <a:pPr marL="1156335" lvl="1" indent="-742950" defTabSz="543305">
              <a:lnSpc>
                <a:spcPct val="90000"/>
              </a:lnSpc>
              <a:spcBef>
                <a:spcPts val="600"/>
              </a:spcBef>
              <a:buClr>
                <a:srgbClr val="000000"/>
              </a:buClr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lang="en-US" sz="2000" dirty="0"/>
              <a:t>16 bits are needed to represent a word in 8086-based computer.</a:t>
            </a:r>
            <a:endParaRPr lang="en-US" sz="2000" dirty="0">
              <a:cs typeface="Calibri"/>
            </a:endParaRPr>
          </a:p>
          <a:p>
            <a:pPr marL="299085" indent="-342900" defTabSz="543305">
              <a:spcBef>
                <a:spcPts val="600"/>
              </a:spcBef>
              <a:buClr>
                <a:schemeClr val="tx1"/>
              </a:buClr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Decimal:</a:t>
            </a:r>
          </a:p>
          <a:p>
            <a:pPr marL="1156335" lvl="1" indent="-742950" defTabSz="543305">
              <a:lnSpc>
                <a:spcPct val="90000"/>
              </a:lnSpc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lang="en-US" sz="2000" dirty="0"/>
              <a:t>Difficult to convert into binary. </a:t>
            </a:r>
          </a:p>
          <a:p>
            <a:pPr marL="413385" lvl="1" defTabSz="543305">
              <a:lnSpc>
                <a:spcPct val="90000"/>
              </a:lnSpc>
              <a:spcBef>
                <a:spcPts val="600"/>
              </a:spcBef>
              <a:buClr>
                <a:schemeClr val="tx1"/>
              </a:buClr>
              <a:defRPr sz="1800">
                <a:solidFill>
                  <a:srgbClr val="000000"/>
                </a:solidFill>
              </a:defRPr>
            </a:pPr>
            <a:r>
              <a:rPr lang="en-US" sz="2000" b="1" dirty="0"/>
              <a:t>***</a:t>
            </a:r>
            <a:r>
              <a:rPr lang="en-US" sz="2000" dirty="0"/>
              <a:t> Thus a third number became necessary</a:t>
            </a:r>
          </a:p>
        </p:txBody>
      </p:sp>
    </p:spTree>
    <p:extLst>
      <p:ext uri="{BB962C8B-B14F-4D97-AF65-F5344CB8AC3E}">
        <p14:creationId xmlns:p14="http://schemas.microsoft.com/office/powerpoint/2010/main" val="22056354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Number System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Hexadecimal Number System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7C26D19-85DA-834B-9600-C9820C508897}"/>
              </a:ext>
            </a:extLst>
          </p:cNvPr>
          <p:cNvSpPr txBox="1"/>
          <p:nvPr/>
        </p:nvSpPr>
        <p:spPr>
          <a:xfrm>
            <a:off x="154744" y="2222695"/>
            <a:ext cx="8510953" cy="39292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lvl="0" indent="-457200" defTabSz="484886">
              <a:spcBef>
                <a:spcPts val="3400"/>
              </a:spcBef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lang="en-US" sz="2200" dirty="0"/>
              <a:t>The base is sixteen</a:t>
            </a:r>
          </a:p>
          <a:p>
            <a:pPr marL="457200" lvl="0" indent="-457200" defTabSz="484886">
              <a:spcBef>
                <a:spcPts val="3400"/>
              </a:spcBef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lang="en-US" sz="2200" dirty="0"/>
              <a:t>There are total sixteen digits: 0,1,2,3,4,5,6,7,8,9,A,B,C,D,E,F</a:t>
            </a:r>
          </a:p>
          <a:p>
            <a:pPr marL="457200" lvl="0" indent="-457200" defTabSz="484886">
              <a:spcBef>
                <a:spcPts val="3400"/>
              </a:spcBef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lang="en-US" sz="2200" dirty="0"/>
              <a:t>i.e. hex digit 4A represent the number:</a:t>
            </a:r>
          </a:p>
          <a:p>
            <a:pPr marL="826135" lvl="1" indent="-457200" defTabSz="484886"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lang="en-US" sz="2200" dirty="0"/>
              <a:t>4X(16^1)+ AX(16^0) = 74</a:t>
            </a:r>
          </a:p>
          <a:p>
            <a:pPr marL="826135" lvl="1" indent="-457200" defTabSz="484886"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lang="en-US" sz="2200" dirty="0"/>
              <a:t>Base sixteen is represented in hex as 16</a:t>
            </a:r>
          </a:p>
          <a:p>
            <a:pPr marL="254635" indent="-342900" defTabSz="484886">
              <a:spcBef>
                <a:spcPts val="500"/>
              </a:spcBef>
              <a:buClr>
                <a:schemeClr val="tx1"/>
              </a:buClr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lang="en-US" sz="2200" dirty="0"/>
              <a:t>Conversion between binary and hex is easy</a:t>
            </a:r>
          </a:p>
          <a:p>
            <a:pPr marL="254635" indent="-342900" defTabSz="484886">
              <a:spcBef>
                <a:spcPts val="500"/>
              </a:spcBef>
              <a:buClr>
                <a:schemeClr val="tx1"/>
              </a:buClr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lang="en-US" sz="2200" dirty="0"/>
              <a:t>Sixteen is = 2^4, So each hex digit corresponds to a unique </a:t>
            </a:r>
            <a:r>
              <a:rPr lang="en-US" sz="2200" b="1" dirty="0"/>
              <a:t>four-bit number</a:t>
            </a:r>
            <a:r>
              <a:rPr lang="en-US" sz="22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9746693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Number System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Decimal, Binary and Hex Numbers</a:t>
            </a:r>
            <a:endParaRPr lang="en-GB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FBC6287-5D08-4DEF-B330-85A0B0171F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3683" y="2012779"/>
            <a:ext cx="7316634" cy="42399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31636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Conversion Between Number Systems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4FF7807-DA0E-416B-94AB-D098BD91B1DC}"/>
              </a:ext>
            </a:extLst>
          </p:cNvPr>
          <p:cNvSpPr/>
          <p:nvPr/>
        </p:nvSpPr>
        <p:spPr>
          <a:xfrm>
            <a:off x="801857" y="2157819"/>
            <a:ext cx="7428459" cy="308687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71500" lvl="0" indent="-571500">
              <a:lnSpc>
                <a:spcPct val="150000"/>
              </a:lnSpc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lang="en-US" sz="2200" dirty="0"/>
              <a:t>Binary to decimal</a:t>
            </a:r>
          </a:p>
          <a:p>
            <a:pPr marL="571500" lvl="0" indent="-571500">
              <a:lnSpc>
                <a:spcPct val="150000"/>
              </a:lnSpc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lang="en-US" sz="2200" dirty="0"/>
              <a:t>Decimal to Binary</a:t>
            </a:r>
          </a:p>
          <a:p>
            <a:pPr marL="571500" lvl="0" indent="-571500">
              <a:lnSpc>
                <a:spcPct val="150000"/>
              </a:lnSpc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lang="en-US" sz="2200" dirty="0"/>
              <a:t>Hexadecimal to Decimal</a:t>
            </a:r>
          </a:p>
          <a:p>
            <a:pPr marL="571500" lvl="0" indent="-571500">
              <a:lnSpc>
                <a:spcPct val="150000"/>
              </a:lnSpc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lang="en-US" sz="2200" dirty="0"/>
              <a:t>Decimal to Hex</a:t>
            </a:r>
          </a:p>
          <a:p>
            <a:pPr marL="571500" lvl="0" indent="-571500">
              <a:lnSpc>
                <a:spcPct val="150000"/>
              </a:lnSpc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lang="en-US" sz="2200" dirty="0"/>
              <a:t>Hex to Binary</a:t>
            </a:r>
          </a:p>
          <a:p>
            <a:pPr marL="571500" lvl="0" indent="-571500">
              <a:lnSpc>
                <a:spcPct val="150000"/>
              </a:lnSpc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lang="en-US" sz="2200" dirty="0"/>
              <a:t>Binary to Hex</a:t>
            </a:r>
          </a:p>
        </p:txBody>
      </p:sp>
    </p:spTree>
    <p:extLst>
      <p:ext uri="{BB962C8B-B14F-4D97-AF65-F5344CB8AC3E}">
        <p14:creationId xmlns:p14="http://schemas.microsoft.com/office/powerpoint/2010/main" val="7169932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Conversion Between Number Systems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Decimal to Binary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4FF7807-DA0E-416B-94AB-D098BD91B1DC}"/>
              </a:ext>
            </a:extLst>
          </p:cNvPr>
          <p:cNvSpPr/>
          <p:nvPr/>
        </p:nvSpPr>
        <p:spPr>
          <a:xfrm>
            <a:off x="126609" y="2157819"/>
            <a:ext cx="8721969" cy="9348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lvl="0" indent="-457200" defTabSz="525779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lang="en-US" sz="3420" b="1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US" sz="3000" b="1" dirty="0">
                <a:solidFill>
                  <a:schemeClr val="accent2">
                    <a:lumMod val="75000"/>
                  </a:schemeClr>
                </a:solidFill>
              </a:rPr>
              <a:t>Convert the Decimal number 25 in Binary. </a:t>
            </a:r>
          </a:p>
          <a:p>
            <a:pPr marL="0" lvl="1" indent="205739" defTabSz="525779">
              <a:lnSpc>
                <a:spcPct val="90000"/>
              </a:lnSpc>
              <a:spcBef>
                <a:spcPts val="500"/>
              </a:spcBef>
              <a:defRPr sz="1800">
                <a:solidFill>
                  <a:srgbClr val="000000"/>
                </a:solidFill>
              </a:defRPr>
            </a:pPr>
            <a:endParaRPr lang="en-US" sz="2200" b="1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7633275-AE2D-4824-9CE4-0B46E9EF29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2128" y="2810511"/>
            <a:ext cx="4957312" cy="33222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51490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Conversion Between Number Systems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Hexadecimal to Decimal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4FF7807-DA0E-416B-94AB-D098BD91B1DC}"/>
              </a:ext>
            </a:extLst>
          </p:cNvPr>
          <p:cNvSpPr/>
          <p:nvPr/>
        </p:nvSpPr>
        <p:spPr>
          <a:xfrm>
            <a:off x="421341" y="2157819"/>
            <a:ext cx="8286561" cy="28392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lvl="0" indent="-457200" defTabSz="467359">
              <a:spcBef>
                <a:spcPts val="3300"/>
              </a:spcBef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lang="en-US" sz="3000" b="1" dirty="0">
                <a:solidFill>
                  <a:schemeClr val="accent2">
                    <a:lumMod val="75000"/>
                  </a:schemeClr>
                </a:solidFill>
              </a:rPr>
              <a:t>Convert hex number 589 into decimal number.</a:t>
            </a:r>
          </a:p>
          <a:p>
            <a:pPr lvl="2" defTabSz="467359">
              <a:spcBef>
                <a:spcPts val="3300"/>
              </a:spcBef>
              <a:defRPr sz="1800">
                <a:solidFill>
                  <a:srgbClr val="000000"/>
                </a:solidFill>
              </a:defRPr>
            </a:pPr>
            <a:r>
              <a:rPr lang="en-US" sz="2200" b="1" dirty="0"/>
              <a:t>=5*(16^2)+8*(16^1)+9*(16^0) </a:t>
            </a:r>
          </a:p>
          <a:p>
            <a:pPr lvl="2" defTabSz="467359">
              <a:spcBef>
                <a:spcPts val="3300"/>
              </a:spcBef>
              <a:defRPr sz="1800">
                <a:solidFill>
                  <a:srgbClr val="000000"/>
                </a:solidFill>
              </a:defRPr>
            </a:pPr>
            <a:r>
              <a:rPr lang="en-US" sz="2200" b="1" dirty="0"/>
              <a:t>= 1280+128+9 </a:t>
            </a:r>
          </a:p>
          <a:p>
            <a:pPr lvl="2" defTabSz="467359">
              <a:spcBef>
                <a:spcPts val="3300"/>
              </a:spcBef>
              <a:defRPr sz="1800">
                <a:solidFill>
                  <a:srgbClr val="000000"/>
                </a:solidFill>
              </a:defRPr>
            </a:pPr>
            <a:r>
              <a:rPr lang="en-US" sz="2200" b="1" dirty="0"/>
              <a:t>= 1417</a:t>
            </a:r>
          </a:p>
        </p:txBody>
      </p:sp>
    </p:spTree>
    <p:extLst>
      <p:ext uri="{BB962C8B-B14F-4D97-AF65-F5344CB8AC3E}">
        <p14:creationId xmlns:p14="http://schemas.microsoft.com/office/powerpoint/2010/main" val="163638057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Conversion Between Number Systems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Decimal to Hex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4FF7807-DA0E-416B-94AB-D098BD91B1DC}"/>
              </a:ext>
            </a:extLst>
          </p:cNvPr>
          <p:cNvSpPr/>
          <p:nvPr/>
        </p:nvSpPr>
        <p:spPr>
          <a:xfrm>
            <a:off x="476205" y="2157819"/>
            <a:ext cx="8316103" cy="9228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lvl="0" indent="-457200" defTabSz="467359">
              <a:spcBef>
                <a:spcPts val="3300"/>
              </a:spcBef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lang="en-US" sz="3000" b="1" dirty="0">
                <a:solidFill>
                  <a:schemeClr val="accent2">
                    <a:lumMod val="75000"/>
                  </a:schemeClr>
                </a:solidFill>
              </a:rPr>
              <a:t>Convert 415 to Hex </a:t>
            </a:r>
          </a:p>
          <a:p>
            <a:pPr marL="0" lvl="1" indent="205739" defTabSz="525779">
              <a:lnSpc>
                <a:spcPct val="90000"/>
              </a:lnSpc>
              <a:spcBef>
                <a:spcPts val="500"/>
              </a:spcBef>
              <a:defRPr sz="1800">
                <a:solidFill>
                  <a:srgbClr val="000000"/>
                </a:solidFill>
              </a:defRPr>
            </a:pPr>
            <a:endParaRPr lang="en-US" sz="2200" b="1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F6642B7-461B-454F-9B5C-E622D1631E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7950" y="2787194"/>
            <a:ext cx="4135902" cy="33800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689045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Conversion Between Number Systems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Hex to Binary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4FF7807-DA0E-416B-94AB-D098BD91B1DC}"/>
              </a:ext>
            </a:extLst>
          </p:cNvPr>
          <p:cNvSpPr/>
          <p:nvPr/>
        </p:nvSpPr>
        <p:spPr>
          <a:xfrm>
            <a:off x="476205" y="2157819"/>
            <a:ext cx="8316103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lvl="0" indent="-457200" defTabSz="467359">
              <a:spcBef>
                <a:spcPts val="3300"/>
              </a:spcBef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lang="en-US" sz="3000" b="1" dirty="0">
                <a:solidFill>
                  <a:schemeClr val="accent2">
                    <a:lumMod val="75000"/>
                  </a:schemeClr>
                </a:solidFill>
              </a:rPr>
              <a:t>Convert 39A2h to Binary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DEA939A-2EC5-4747-A124-EE6ED9BE1F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3418" y="3100481"/>
            <a:ext cx="6860932" cy="17036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971457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Conversion Between Number Systems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Binary to Hex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4FF7807-DA0E-416B-94AB-D098BD91B1DC}"/>
              </a:ext>
            </a:extLst>
          </p:cNvPr>
          <p:cNvSpPr/>
          <p:nvPr/>
        </p:nvSpPr>
        <p:spPr>
          <a:xfrm>
            <a:off x="476205" y="2157819"/>
            <a:ext cx="8316103" cy="41319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lvl="0" indent="-457200" defTabSz="467359">
              <a:spcBef>
                <a:spcPts val="3300"/>
              </a:spcBef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lang="en-US" sz="3000" b="1" dirty="0">
                <a:solidFill>
                  <a:schemeClr val="accent2">
                    <a:lumMod val="75000"/>
                  </a:schemeClr>
                </a:solidFill>
              </a:rPr>
              <a:t>Convert the Binary number 1000011001000011 into Hex</a:t>
            </a:r>
          </a:p>
          <a:p>
            <a:pPr marL="457200" lvl="0" indent="-457200" defTabSz="467359">
              <a:spcBef>
                <a:spcPts val="3300"/>
              </a:spcBef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lang="en-US" sz="3000" b="1" dirty="0">
                <a:solidFill>
                  <a:schemeClr val="accent2">
                    <a:lumMod val="75000"/>
                  </a:schemeClr>
                </a:solidFill>
              </a:rPr>
              <a:t>1000     0110       0100        0011</a:t>
            </a:r>
          </a:p>
          <a:p>
            <a:pPr marL="457200" lvl="0" indent="-457200" defTabSz="467359">
              <a:spcBef>
                <a:spcPts val="3300"/>
              </a:spcBef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lang="en-US" sz="3000" b="1" dirty="0">
                <a:solidFill>
                  <a:srgbClr val="C00000"/>
                </a:solidFill>
              </a:rPr>
              <a:t>  8            6              4               3 </a:t>
            </a:r>
          </a:p>
          <a:p>
            <a:pPr marL="457200" indent="-457200" defTabSz="467359">
              <a:spcBef>
                <a:spcPts val="3300"/>
              </a:spcBef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lang="en-US" sz="3000" b="1" dirty="0">
                <a:solidFill>
                  <a:schemeClr val="accent2">
                    <a:lumMod val="75000"/>
                  </a:schemeClr>
                </a:solidFill>
              </a:rPr>
              <a:t>Convert the Binary number 10010010010001001101011011111 into Hex</a:t>
            </a:r>
          </a:p>
        </p:txBody>
      </p:sp>
    </p:spTree>
    <p:extLst>
      <p:ext uri="{BB962C8B-B14F-4D97-AF65-F5344CB8AC3E}">
        <p14:creationId xmlns:p14="http://schemas.microsoft.com/office/powerpoint/2010/main" val="4273084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Conversion Between Number Systems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Conversion Task: Binary and Hex to Decimal</a:t>
            </a:r>
            <a:endParaRPr lang="en-GB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4FF7807-DA0E-416B-94AB-D098BD91B1DC}"/>
              </a:ext>
            </a:extLst>
          </p:cNvPr>
          <p:cNvSpPr/>
          <p:nvPr/>
        </p:nvSpPr>
        <p:spPr>
          <a:xfrm>
            <a:off x="476205" y="2157819"/>
            <a:ext cx="8316103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0" lvl="5" indent="-571500"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endParaRPr lang="en-US" sz="3000" b="1" dirty="0"/>
          </a:p>
          <a:p>
            <a:pPr marL="2857500" lvl="5" indent="-571500"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lang="en-US" sz="3000" b="1" dirty="0"/>
              <a:t>1110b</a:t>
            </a:r>
          </a:p>
          <a:p>
            <a:pPr marL="2857500" lvl="5" indent="-571500"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endParaRPr lang="en-US" sz="3000" b="1" dirty="0"/>
          </a:p>
          <a:p>
            <a:pPr marL="2857500" lvl="5" indent="-571500"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lang="en-US" sz="3000" b="1" dirty="0"/>
              <a:t>100101011101b</a:t>
            </a:r>
          </a:p>
          <a:p>
            <a:pPr marL="2857500" lvl="5" indent="-571500"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endParaRPr lang="en-US" sz="3000" b="1" dirty="0"/>
          </a:p>
          <a:p>
            <a:pPr marL="2857500" lvl="5" indent="-571500"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lang="en-US" sz="3000" b="1" dirty="0"/>
              <a:t>46Ah</a:t>
            </a:r>
          </a:p>
          <a:p>
            <a:pPr marL="2857500" lvl="5" indent="-571500"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endParaRPr lang="en-US" sz="3000" b="1" dirty="0"/>
          </a:p>
          <a:p>
            <a:pPr marL="2857500" lvl="5" indent="-571500"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lang="en-US" sz="3000" b="1" dirty="0"/>
              <a:t>FAE2Ch</a:t>
            </a:r>
          </a:p>
        </p:txBody>
      </p:sp>
    </p:spTree>
    <p:extLst>
      <p:ext uri="{BB962C8B-B14F-4D97-AF65-F5344CB8AC3E}">
        <p14:creationId xmlns:p14="http://schemas.microsoft.com/office/powerpoint/2010/main" val="78867719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Conversion Between Number Systems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Conversion Task:  Decimal and Hex into Binary</a:t>
            </a:r>
            <a:endParaRPr lang="en-GB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4FF7807-DA0E-416B-94AB-D098BD91B1DC}"/>
              </a:ext>
            </a:extLst>
          </p:cNvPr>
          <p:cNvSpPr/>
          <p:nvPr/>
        </p:nvSpPr>
        <p:spPr>
          <a:xfrm>
            <a:off x="476205" y="2157819"/>
            <a:ext cx="8316103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0" lvl="5" indent="-571500"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endParaRPr lang="en-US" sz="3000" b="1" dirty="0"/>
          </a:p>
          <a:p>
            <a:pPr marL="2857500" lvl="5" indent="-571500"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lang="en-US" sz="3000" b="1" dirty="0"/>
              <a:t>97 </a:t>
            </a:r>
          </a:p>
          <a:p>
            <a:pPr marL="2857500" lvl="5" indent="-571500"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endParaRPr lang="en-US" sz="3000" b="1" dirty="0"/>
          </a:p>
          <a:p>
            <a:pPr marL="2857500" lvl="5" indent="-571500"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lang="en-US" sz="3000" b="1" dirty="0"/>
              <a:t>627</a:t>
            </a:r>
          </a:p>
          <a:p>
            <a:pPr marL="2857500" lvl="5" indent="-571500"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endParaRPr lang="en-US" sz="3000" b="1" dirty="0"/>
          </a:p>
          <a:p>
            <a:pPr marL="2857500" lvl="5" indent="-571500"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lang="en-US" sz="3000" b="1" dirty="0"/>
              <a:t>A2Ch</a:t>
            </a:r>
          </a:p>
          <a:p>
            <a:pPr marL="2857500" lvl="5" indent="-571500"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endParaRPr lang="en-US" sz="3000" b="1" dirty="0"/>
          </a:p>
          <a:p>
            <a:pPr marL="2857500" lvl="5" indent="-571500"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lang="en-US" sz="3000" b="1" dirty="0"/>
              <a:t>B34Dh</a:t>
            </a:r>
          </a:p>
        </p:txBody>
      </p:sp>
    </p:spTree>
    <p:extLst>
      <p:ext uri="{BB962C8B-B14F-4D97-AF65-F5344CB8AC3E}">
        <p14:creationId xmlns:p14="http://schemas.microsoft.com/office/powerpoint/2010/main" val="414171441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Addition and Subtraction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4FF7807-DA0E-416B-94AB-D098BD91B1DC}"/>
              </a:ext>
            </a:extLst>
          </p:cNvPr>
          <p:cNvSpPr/>
          <p:nvPr/>
        </p:nvSpPr>
        <p:spPr>
          <a:xfrm>
            <a:off x="476205" y="2157819"/>
            <a:ext cx="8316103" cy="24622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0" lvl="5" indent="-571500"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lang="en-US" sz="2200" dirty="0"/>
              <a:t>Hex Addition</a:t>
            </a:r>
          </a:p>
          <a:p>
            <a:pPr marL="2857500" lvl="5" indent="-571500"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endParaRPr lang="en-US" sz="2200" dirty="0"/>
          </a:p>
          <a:p>
            <a:pPr marL="2857500" lvl="5" indent="-571500"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lang="en-US" sz="2200" dirty="0"/>
              <a:t>Binary Addition</a:t>
            </a:r>
          </a:p>
          <a:p>
            <a:pPr marL="2857500" lvl="5" indent="-571500"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endParaRPr lang="en-US" sz="2200" dirty="0"/>
          </a:p>
          <a:p>
            <a:pPr marL="2857500" lvl="5" indent="-571500"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lang="en-US" sz="2200" dirty="0"/>
              <a:t>Hex Subtraction</a:t>
            </a:r>
          </a:p>
          <a:p>
            <a:pPr marL="2857500" lvl="5" indent="-571500"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endParaRPr lang="en-US" sz="2200" dirty="0"/>
          </a:p>
          <a:p>
            <a:pPr marL="2857500" lvl="5" indent="-571500"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lang="en-US" sz="2200" dirty="0"/>
              <a:t>Binary Subtraction</a:t>
            </a:r>
          </a:p>
        </p:txBody>
      </p:sp>
    </p:spTree>
    <p:extLst>
      <p:ext uri="{BB962C8B-B14F-4D97-AF65-F5344CB8AC3E}">
        <p14:creationId xmlns:p14="http://schemas.microsoft.com/office/powerpoint/2010/main" val="181725368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Addition and Subtraction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/>
              <a:t>Hex Multiplication </a:t>
            </a:r>
            <a:r>
              <a:rPr lang="en-GB" dirty="0"/>
              <a:t>Table</a:t>
            </a:r>
          </a:p>
        </p:txBody>
      </p:sp>
      <p:grpSp>
        <p:nvGrpSpPr>
          <p:cNvPr id="6" name="Group 97">
            <a:extLst>
              <a:ext uri="{FF2B5EF4-FFF2-40B4-BE49-F238E27FC236}">
                <a16:creationId xmlns:a16="http://schemas.microsoft.com/office/drawing/2014/main" id="{C17CB822-7E95-4C4E-9D35-96B29DFBC9DA}"/>
              </a:ext>
            </a:extLst>
          </p:cNvPr>
          <p:cNvGrpSpPr/>
          <p:nvPr/>
        </p:nvGrpSpPr>
        <p:grpSpPr>
          <a:xfrm>
            <a:off x="733616" y="2089916"/>
            <a:ext cx="7934179" cy="3556608"/>
            <a:chOff x="-139700" y="-165100"/>
            <a:chExt cx="13004800" cy="8224639"/>
          </a:xfrm>
        </p:grpSpPr>
        <p:pic>
          <p:nvPicPr>
            <p:cNvPr id="7" name="2000px-Hexadecimal_multiplication_table.svg.png">
              <a:extLst>
                <a:ext uri="{FF2B5EF4-FFF2-40B4-BE49-F238E27FC236}">
                  <a16:creationId xmlns:a16="http://schemas.microsoft.com/office/drawing/2014/main" id="{1BEAC91C-7AE5-4A24-9007-55B490C46F3E}"/>
                </a:ext>
              </a:extLst>
            </p:cNvPr>
            <p:cNvPicPr/>
            <p:nvPr/>
          </p:nvPicPr>
          <p:blipFill>
            <a:blip r:embed="rId2"/>
            <a:stretch>
              <a:fillRect/>
            </a:stretch>
          </p:blipFill>
          <p:spPr>
            <a:xfrm>
              <a:off x="0" y="0"/>
              <a:ext cx="12725400" cy="7894440"/>
            </a:xfrm>
            <a:prstGeom prst="rect">
              <a:avLst/>
            </a:prstGeom>
            <a:ln>
              <a:noFill/>
            </a:ln>
            <a:effectLst/>
          </p:spPr>
        </p:pic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7171A411-99CA-4562-BECD-B9138FB0FFE8}"/>
                </a:ext>
              </a:extLst>
            </p:cNvPr>
            <p:cNvPicPr/>
            <p:nvPr/>
          </p:nvPicPr>
          <p:blipFill>
            <a:blip r:embed="rId3"/>
            <a:stretch>
              <a:fillRect/>
            </a:stretch>
          </p:blipFill>
          <p:spPr>
            <a:xfrm>
              <a:off x="-139700" y="-165100"/>
              <a:ext cx="13004800" cy="8224640"/>
            </a:xfrm>
            <a:prstGeom prst="rect">
              <a:avLst/>
            </a:prstGeom>
            <a:effectLst/>
          </p:spPr>
        </p:pic>
      </p:grpSp>
    </p:spTree>
    <p:extLst>
      <p:ext uri="{BB962C8B-B14F-4D97-AF65-F5344CB8AC3E}">
        <p14:creationId xmlns:p14="http://schemas.microsoft.com/office/powerpoint/2010/main" val="357894381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Addition and Subtraction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Hex Addition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4FF7807-DA0E-416B-94AB-D098BD91B1DC}"/>
              </a:ext>
            </a:extLst>
          </p:cNvPr>
          <p:cNvSpPr/>
          <p:nvPr/>
        </p:nvSpPr>
        <p:spPr>
          <a:xfrm>
            <a:off x="1" y="2036589"/>
            <a:ext cx="9017390" cy="42473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71500" indent="-571500"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lang="en-US" sz="3000" b="1" dirty="0">
                <a:solidFill>
                  <a:schemeClr val="accent3">
                    <a:lumMod val="75000"/>
                  </a:schemeClr>
                </a:solidFill>
                <a:latin typeface="Century Gothic" panose="020B0502020202020204" pitchFamily="34" charset="0"/>
              </a:rPr>
              <a:t>Add hex number 5B39h with 7AF4h</a:t>
            </a:r>
          </a:p>
          <a:p>
            <a:pPr marL="1028700" lvl="1" indent="-571500"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lang="en-US" sz="2000" dirty="0">
                <a:latin typeface="Century Gothic" panose="020B0502020202020204" pitchFamily="34" charset="0"/>
              </a:rPr>
              <a:t>In Unit’s column </a:t>
            </a:r>
            <a:r>
              <a:rPr lang="en-US" sz="2000" b="1" dirty="0">
                <a:latin typeface="Century Gothic" panose="020B0502020202020204" pitchFamily="34" charset="0"/>
              </a:rPr>
              <a:t>9h+4h=13d=Dh</a:t>
            </a:r>
          </a:p>
          <a:p>
            <a:pPr marL="1028700" lvl="1" indent="-571500"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endParaRPr lang="en-US" sz="2000" dirty="0">
              <a:latin typeface="Century Gothic" panose="020B0502020202020204" pitchFamily="34" charset="0"/>
            </a:endParaRPr>
          </a:p>
          <a:p>
            <a:pPr marL="1028700" lvl="1" indent="-571500"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lang="en-US" sz="2000" dirty="0">
                <a:latin typeface="Century Gothic" panose="020B0502020202020204" pitchFamily="34" charset="0"/>
              </a:rPr>
              <a:t>In next column, </a:t>
            </a:r>
            <a:r>
              <a:rPr lang="en-US" sz="2000" b="1" dirty="0">
                <a:latin typeface="Century Gothic" panose="020B0502020202020204" pitchFamily="34" charset="0"/>
              </a:rPr>
              <a:t>3h+Fh=12h</a:t>
            </a:r>
            <a:r>
              <a:rPr lang="en-US" sz="2000" dirty="0">
                <a:latin typeface="Century Gothic" panose="020B0502020202020204" pitchFamily="34" charset="0"/>
              </a:rPr>
              <a:t>, we </a:t>
            </a:r>
            <a:r>
              <a:rPr lang="en-US" sz="2000" b="1" dirty="0">
                <a:latin typeface="Century Gothic" panose="020B0502020202020204" pitchFamily="34" charset="0"/>
              </a:rPr>
              <a:t>write 2 and carry 1</a:t>
            </a:r>
          </a:p>
          <a:p>
            <a:pPr marL="1028700" lvl="1" indent="-571500"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endParaRPr lang="en-US" sz="2000" dirty="0">
              <a:latin typeface="Century Gothic" panose="020B0502020202020204" pitchFamily="34" charset="0"/>
            </a:endParaRPr>
          </a:p>
          <a:p>
            <a:pPr marL="1028700" lvl="1" indent="-571500"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lang="en-US" sz="2000" dirty="0">
                <a:latin typeface="Century Gothic" panose="020B0502020202020204" pitchFamily="34" charset="0"/>
              </a:rPr>
              <a:t>In next column, </a:t>
            </a:r>
            <a:r>
              <a:rPr lang="en-US" sz="2000" b="1" dirty="0" err="1">
                <a:latin typeface="Century Gothic" panose="020B0502020202020204" pitchFamily="34" charset="0"/>
              </a:rPr>
              <a:t>Bh+Ah</a:t>
            </a:r>
            <a:r>
              <a:rPr lang="en-US" sz="2000" b="1" dirty="0">
                <a:latin typeface="Century Gothic" panose="020B0502020202020204" pitchFamily="34" charset="0"/>
              </a:rPr>
              <a:t>+ 1h </a:t>
            </a:r>
            <a:r>
              <a:rPr lang="en-US" sz="2000" dirty="0">
                <a:latin typeface="Century Gothic" panose="020B0502020202020204" pitchFamily="34" charset="0"/>
              </a:rPr>
              <a:t>(from previous carry)= </a:t>
            </a:r>
            <a:r>
              <a:rPr lang="en-US" sz="2000" b="1" dirty="0">
                <a:latin typeface="Century Gothic" panose="020B0502020202020204" pitchFamily="34" charset="0"/>
              </a:rPr>
              <a:t>16h</a:t>
            </a:r>
            <a:r>
              <a:rPr lang="en-US" sz="2000" dirty="0">
                <a:latin typeface="Century Gothic" panose="020B0502020202020204" pitchFamily="34" charset="0"/>
              </a:rPr>
              <a:t> , we </a:t>
            </a:r>
            <a:r>
              <a:rPr lang="en-US" sz="2000" b="1" dirty="0">
                <a:latin typeface="Century Gothic" panose="020B0502020202020204" pitchFamily="34" charset="0"/>
              </a:rPr>
              <a:t>write 6</a:t>
            </a:r>
            <a:r>
              <a:rPr lang="en-US" sz="2000" dirty="0">
                <a:latin typeface="Century Gothic" panose="020B0502020202020204" pitchFamily="34" charset="0"/>
              </a:rPr>
              <a:t> and </a:t>
            </a:r>
            <a:r>
              <a:rPr lang="en-US" sz="2000" b="1" dirty="0">
                <a:latin typeface="Century Gothic" panose="020B0502020202020204" pitchFamily="34" charset="0"/>
              </a:rPr>
              <a:t>carry 1</a:t>
            </a:r>
          </a:p>
          <a:p>
            <a:pPr marL="1028700" lvl="1" indent="-571500"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endParaRPr lang="en-US" sz="2000" dirty="0">
              <a:latin typeface="Century Gothic" panose="020B0502020202020204" pitchFamily="34" charset="0"/>
            </a:endParaRPr>
          </a:p>
          <a:p>
            <a:pPr marL="1028700" lvl="1" indent="-571500"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lang="en-US" sz="2000" dirty="0">
                <a:latin typeface="Century Gothic" panose="020B0502020202020204" pitchFamily="34" charset="0"/>
              </a:rPr>
              <a:t>Finally, in last column, we compute, </a:t>
            </a:r>
            <a:r>
              <a:rPr lang="en-US" sz="2000" b="1" dirty="0">
                <a:latin typeface="Century Gothic" panose="020B0502020202020204" pitchFamily="34" charset="0"/>
              </a:rPr>
              <a:t>5h+7h+1=Dh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rPr lang="en-US" sz="2000" b="1" dirty="0">
                <a:latin typeface="Century Gothic" panose="020B0502020202020204" pitchFamily="34" charset="0"/>
              </a:rPr>
              <a:t>             thus, if we combine it all,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rPr lang="en-US" sz="2000" b="1" dirty="0">
                <a:latin typeface="Century Gothic" panose="020B0502020202020204" pitchFamily="34" charset="0"/>
              </a:rPr>
              <a:t>	5B39h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rPr lang="en-US" sz="2000" b="1" dirty="0">
                <a:latin typeface="Century Gothic" panose="020B0502020202020204" pitchFamily="34" charset="0"/>
              </a:rPr>
              <a:t>	7AF4h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rPr lang="en-US" sz="2000" b="1" dirty="0">
                <a:latin typeface="Century Gothic" panose="020B0502020202020204" pitchFamily="34" charset="0"/>
              </a:rPr>
              <a:t>	D62Dh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1C349C0-8D17-E009-B26E-2FBB041BABD4}"/>
              </a:ext>
            </a:extLst>
          </p:cNvPr>
          <p:cNvCxnSpPr/>
          <p:nvPr/>
        </p:nvCxnSpPr>
        <p:spPr>
          <a:xfrm>
            <a:off x="886265" y="5880295"/>
            <a:ext cx="1012873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7554978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Addition and Subtraction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Task: Hex Addition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4FF7807-DA0E-416B-94AB-D098BD91B1DC}"/>
              </a:ext>
            </a:extLst>
          </p:cNvPr>
          <p:cNvSpPr/>
          <p:nvPr/>
        </p:nvSpPr>
        <p:spPr>
          <a:xfrm>
            <a:off x="1" y="2157819"/>
            <a:ext cx="9017390" cy="19082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71500" lvl="0" indent="-571500">
              <a:buClr>
                <a:schemeClr val="tx1"/>
              </a:buClr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lang="en-US" sz="3000" b="1" dirty="0">
                <a:solidFill>
                  <a:schemeClr val="accent2">
                    <a:lumMod val="75000"/>
                  </a:schemeClr>
                </a:solidFill>
              </a:rPr>
              <a:t>Solve the following:</a:t>
            </a:r>
          </a:p>
          <a:p>
            <a:pPr marL="1485900" lvl="6" indent="-571500"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endParaRPr lang="en-US" sz="2200" b="1" dirty="0"/>
          </a:p>
          <a:p>
            <a:pPr marL="1485900" lvl="6" indent="-571500"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lang="en-US" sz="2200" b="1" dirty="0"/>
              <a:t>B23CDh + 17912h</a:t>
            </a:r>
          </a:p>
          <a:p>
            <a:pPr marL="1485900" lvl="6" indent="-571500"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endParaRPr lang="en-US" sz="2200" b="1" dirty="0"/>
          </a:p>
          <a:p>
            <a:pPr marL="1485900" lvl="6" indent="-571500"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lang="en-US" sz="2200" b="1" dirty="0" err="1"/>
              <a:t>FEFFEh</a:t>
            </a:r>
            <a:r>
              <a:rPr lang="en-US" sz="2200" b="1" dirty="0"/>
              <a:t> + </a:t>
            </a:r>
            <a:r>
              <a:rPr lang="en-US" sz="2200" b="1" dirty="0" err="1"/>
              <a:t>FBCADh</a:t>
            </a:r>
            <a:endParaRPr lang="en-US" sz="2200" b="1" dirty="0"/>
          </a:p>
        </p:txBody>
      </p:sp>
    </p:spTree>
    <p:extLst>
      <p:ext uri="{BB962C8B-B14F-4D97-AF65-F5344CB8AC3E}">
        <p14:creationId xmlns:p14="http://schemas.microsoft.com/office/powerpoint/2010/main" val="10545666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Addition and Subtraction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Binary Addition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4FF7807-DA0E-416B-94AB-D098BD91B1DC}"/>
              </a:ext>
            </a:extLst>
          </p:cNvPr>
          <p:cNvSpPr/>
          <p:nvPr/>
        </p:nvSpPr>
        <p:spPr>
          <a:xfrm>
            <a:off x="0" y="2017059"/>
            <a:ext cx="9017390" cy="427809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lvl="0" indent="-285750" defTabSz="268731">
              <a:spcBef>
                <a:spcPts val="1900"/>
              </a:spcBef>
              <a:buClr>
                <a:schemeClr val="tx1"/>
              </a:buClr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lang="en-US" sz="2000" b="1" dirty="0">
                <a:solidFill>
                  <a:schemeClr val="accent2">
                    <a:lumMod val="75000"/>
                  </a:schemeClr>
                </a:solidFill>
              </a:rPr>
              <a:t>Add binary number 100101111b with 110110b</a:t>
            </a:r>
          </a:p>
          <a:p>
            <a:pPr marL="947420" lvl="2" indent="-285750" defTabSz="268731"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lang="en-US" dirty="0"/>
              <a:t>add some padding Zero with small number. So </a:t>
            </a:r>
            <a:r>
              <a:rPr lang="en-US" b="1" dirty="0"/>
              <a:t>110110b </a:t>
            </a:r>
            <a:r>
              <a:rPr lang="en-US" dirty="0"/>
              <a:t>becomes</a:t>
            </a:r>
            <a:r>
              <a:rPr lang="en-US" b="1" dirty="0"/>
              <a:t> 000110110b</a:t>
            </a:r>
            <a:endParaRPr lang="en-US" dirty="0"/>
          </a:p>
          <a:p>
            <a:pPr marL="947420" lvl="2" indent="-285750" defTabSz="268731"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lang="en-US" dirty="0"/>
              <a:t>In Unit’s column </a:t>
            </a:r>
            <a:r>
              <a:rPr lang="en-US" b="1" dirty="0"/>
              <a:t>1b+0b=1b</a:t>
            </a:r>
          </a:p>
          <a:p>
            <a:pPr marL="947420" lvl="2" indent="-285750" defTabSz="268731"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lang="en-US" dirty="0"/>
              <a:t>In next column, </a:t>
            </a:r>
            <a:r>
              <a:rPr lang="en-US" b="1" dirty="0"/>
              <a:t>1b+1b=10b,</a:t>
            </a:r>
            <a:r>
              <a:rPr lang="en-US" dirty="0"/>
              <a:t> we </a:t>
            </a:r>
            <a:r>
              <a:rPr lang="en-US" b="1" dirty="0"/>
              <a:t>write 0</a:t>
            </a:r>
            <a:r>
              <a:rPr lang="en-US" dirty="0"/>
              <a:t> and </a:t>
            </a:r>
            <a:r>
              <a:rPr lang="en-US" b="1" dirty="0"/>
              <a:t>carry 1</a:t>
            </a:r>
            <a:endParaRPr lang="en-US" dirty="0"/>
          </a:p>
          <a:p>
            <a:pPr marL="947420" lvl="2" indent="-285750" defTabSz="268731"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lang="en-US" dirty="0"/>
              <a:t>In next column, </a:t>
            </a:r>
            <a:r>
              <a:rPr lang="en-US" b="1" dirty="0"/>
              <a:t>1b+1b+1b</a:t>
            </a:r>
            <a:r>
              <a:rPr lang="en-US" dirty="0"/>
              <a:t> (from previous carry)= </a:t>
            </a:r>
            <a:r>
              <a:rPr lang="en-US" b="1" dirty="0"/>
              <a:t>11b ,</a:t>
            </a:r>
            <a:r>
              <a:rPr lang="en-US" dirty="0"/>
              <a:t> we </a:t>
            </a:r>
            <a:r>
              <a:rPr lang="en-US" b="1" dirty="0"/>
              <a:t>write 1</a:t>
            </a:r>
            <a:r>
              <a:rPr lang="en-US" dirty="0"/>
              <a:t> and</a:t>
            </a:r>
            <a:r>
              <a:rPr lang="en-US" b="1" dirty="0"/>
              <a:t> carry 1</a:t>
            </a:r>
          </a:p>
          <a:p>
            <a:pPr marL="947420" lvl="2" indent="-285750" defTabSz="268731"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lang="en-US" dirty="0"/>
              <a:t>In next column, </a:t>
            </a:r>
            <a:r>
              <a:rPr lang="en-US" b="1" dirty="0"/>
              <a:t>1b+0b+1b</a:t>
            </a:r>
            <a:r>
              <a:rPr lang="en-US" dirty="0"/>
              <a:t> (from previous carry)= </a:t>
            </a:r>
            <a:r>
              <a:rPr lang="en-US" b="1" dirty="0"/>
              <a:t>10b ,</a:t>
            </a:r>
            <a:r>
              <a:rPr lang="en-US" dirty="0"/>
              <a:t> we </a:t>
            </a:r>
            <a:r>
              <a:rPr lang="en-US" b="1" dirty="0"/>
              <a:t>write 0</a:t>
            </a:r>
            <a:r>
              <a:rPr lang="en-US" dirty="0"/>
              <a:t> and</a:t>
            </a:r>
            <a:r>
              <a:rPr lang="en-US" b="1" dirty="0"/>
              <a:t> carry 1</a:t>
            </a:r>
          </a:p>
          <a:p>
            <a:pPr marL="947420" lvl="2" indent="-285750" defTabSz="268731"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lang="en-US" dirty="0"/>
              <a:t>In next column, </a:t>
            </a:r>
            <a:r>
              <a:rPr lang="en-US" b="1" dirty="0"/>
              <a:t>0b+1b+1b</a:t>
            </a:r>
            <a:r>
              <a:rPr lang="en-US" dirty="0"/>
              <a:t> (from previous carry)= </a:t>
            </a:r>
            <a:r>
              <a:rPr lang="en-US" b="1" dirty="0"/>
              <a:t>10b ,</a:t>
            </a:r>
            <a:r>
              <a:rPr lang="en-US" dirty="0"/>
              <a:t> we </a:t>
            </a:r>
            <a:r>
              <a:rPr lang="en-US" b="1" dirty="0"/>
              <a:t>write 0</a:t>
            </a:r>
            <a:r>
              <a:rPr lang="en-US" dirty="0"/>
              <a:t> and</a:t>
            </a:r>
            <a:r>
              <a:rPr lang="en-US" b="1" dirty="0"/>
              <a:t> carry 1</a:t>
            </a:r>
          </a:p>
          <a:p>
            <a:pPr marL="947420" lvl="2" indent="-285750" defTabSz="268731"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lang="en-US" dirty="0"/>
              <a:t>In next column, </a:t>
            </a:r>
            <a:r>
              <a:rPr lang="en-US" b="1" dirty="0"/>
              <a:t>1b+1b+1b</a:t>
            </a:r>
            <a:r>
              <a:rPr lang="en-US" dirty="0"/>
              <a:t> (from previous carry)= </a:t>
            </a:r>
            <a:r>
              <a:rPr lang="en-US" b="1" dirty="0"/>
              <a:t>11b ,</a:t>
            </a:r>
            <a:r>
              <a:rPr lang="en-US" dirty="0"/>
              <a:t> we </a:t>
            </a:r>
            <a:r>
              <a:rPr lang="en-US" b="1" dirty="0"/>
              <a:t>write 1</a:t>
            </a:r>
            <a:r>
              <a:rPr lang="en-US" dirty="0"/>
              <a:t> and</a:t>
            </a:r>
            <a:r>
              <a:rPr lang="en-US" b="1" dirty="0"/>
              <a:t> carry 1</a:t>
            </a:r>
          </a:p>
          <a:p>
            <a:pPr marL="947420" lvl="2" indent="-285750" defTabSz="268731"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lang="en-US" dirty="0"/>
              <a:t>In next column, </a:t>
            </a:r>
            <a:r>
              <a:rPr lang="en-US" b="1" dirty="0"/>
              <a:t>0b+0b+1b</a:t>
            </a:r>
            <a:r>
              <a:rPr lang="en-US" dirty="0"/>
              <a:t> (from previous carry)= </a:t>
            </a:r>
            <a:r>
              <a:rPr lang="en-US" b="1" dirty="0"/>
              <a:t>1b ,</a:t>
            </a:r>
            <a:r>
              <a:rPr lang="en-US" dirty="0"/>
              <a:t> we </a:t>
            </a:r>
            <a:r>
              <a:rPr lang="en-US" b="1" dirty="0"/>
              <a:t>write 1</a:t>
            </a:r>
            <a:r>
              <a:rPr lang="en-US" dirty="0"/>
              <a:t> and</a:t>
            </a:r>
            <a:r>
              <a:rPr lang="en-US" b="1" dirty="0"/>
              <a:t> No Carry</a:t>
            </a:r>
          </a:p>
          <a:p>
            <a:pPr marL="947420" lvl="2" indent="-285750" defTabSz="268731"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lang="en-US" dirty="0"/>
              <a:t>In next column, </a:t>
            </a:r>
            <a:r>
              <a:rPr lang="en-US" b="1" dirty="0"/>
              <a:t>0b+0b+No carry = 0b</a:t>
            </a:r>
          </a:p>
          <a:p>
            <a:pPr marL="947420" lvl="2" indent="-285750" defTabSz="268731"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lang="en-US" dirty="0"/>
              <a:t>In Last column, 1</a:t>
            </a:r>
            <a:r>
              <a:rPr lang="en-US" b="1" dirty="0"/>
              <a:t>b+0b = 1b</a:t>
            </a:r>
          </a:p>
          <a:p>
            <a:pPr marL="947420" lvl="2" indent="-285750" defTabSz="268731"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lang="en-US" b="1" dirty="0"/>
              <a:t>thus, if we combine it all,</a:t>
            </a:r>
          </a:p>
          <a:p>
            <a:pPr lvl="1" defTabSz="268731">
              <a:defRPr sz="1800">
                <a:solidFill>
                  <a:srgbClr val="000000"/>
                </a:solidFill>
              </a:defRPr>
            </a:pPr>
            <a:r>
              <a:rPr lang="en-US" b="1" dirty="0"/>
              <a:t>							100101111b</a:t>
            </a:r>
          </a:p>
          <a:p>
            <a:pPr lvl="1" defTabSz="268731">
              <a:defRPr sz="1800">
                <a:solidFill>
                  <a:srgbClr val="000000"/>
                </a:solidFill>
              </a:defRPr>
            </a:pPr>
            <a:r>
              <a:rPr lang="en-US" b="1" dirty="0"/>
              <a:t>							000110110b</a:t>
            </a:r>
            <a:endParaRPr lang="en-US" dirty="0"/>
          </a:p>
          <a:p>
            <a:pPr lvl="1" defTabSz="268731">
              <a:defRPr sz="1800">
                <a:solidFill>
                  <a:srgbClr val="000000"/>
                </a:solidFill>
              </a:defRPr>
            </a:pPr>
            <a:r>
              <a:rPr lang="en-US" b="1" dirty="0"/>
              <a:t> 							101100101b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A40EE082-E090-8433-8418-BC6A3307ED4C}"/>
              </a:ext>
            </a:extLst>
          </p:cNvPr>
          <p:cNvCxnSpPr/>
          <p:nvPr/>
        </p:nvCxnSpPr>
        <p:spPr>
          <a:xfrm>
            <a:off x="2096086" y="5922498"/>
            <a:ext cx="1505243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9762593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Addition and Subtraction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Task: Binary Addition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4FF7807-DA0E-416B-94AB-D098BD91B1DC}"/>
              </a:ext>
            </a:extLst>
          </p:cNvPr>
          <p:cNvSpPr/>
          <p:nvPr/>
        </p:nvSpPr>
        <p:spPr>
          <a:xfrm>
            <a:off x="1" y="2157819"/>
            <a:ext cx="9017390" cy="17184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lvl="0" indent="-285750" defTabSz="268731">
              <a:spcBef>
                <a:spcPts val="1900"/>
              </a:spcBef>
              <a:buClr>
                <a:schemeClr val="tx1"/>
              </a:buClr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lang="en-US" sz="3000" b="1" dirty="0">
                <a:solidFill>
                  <a:schemeClr val="accent2">
                    <a:lumMod val="75000"/>
                  </a:schemeClr>
                </a:solidFill>
              </a:rPr>
              <a:t>Solve the following:</a:t>
            </a:r>
          </a:p>
          <a:p>
            <a:pPr marL="800100" lvl="1" indent="-342900" defTabSz="268731">
              <a:spcBef>
                <a:spcPts val="19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lang="en-US" sz="2200" b="1" dirty="0"/>
              <a:t>100101b+10111b</a:t>
            </a:r>
          </a:p>
          <a:p>
            <a:pPr marL="800100" lvl="1" indent="-342900" defTabSz="268731">
              <a:spcBef>
                <a:spcPts val="19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lang="en-US" sz="2200" b="1" dirty="0"/>
              <a:t>100111101b+10001111001b</a:t>
            </a:r>
          </a:p>
        </p:txBody>
      </p:sp>
    </p:spTree>
    <p:extLst>
      <p:ext uri="{BB962C8B-B14F-4D97-AF65-F5344CB8AC3E}">
        <p14:creationId xmlns:p14="http://schemas.microsoft.com/office/powerpoint/2010/main" val="326323276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Addition and Subtraction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Subtraction: Hex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4FF7807-DA0E-416B-94AB-D098BD91B1DC}"/>
              </a:ext>
            </a:extLst>
          </p:cNvPr>
          <p:cNvSpPr/>
          <p:nvPr/>
        </p:nvSpPr>
        <p:spPr>
          <a:xfrm>
            <a:off x="1" y="2157819"/>
            <a:ext cx="9017390" cy="411907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 defTabSz="297941">
              <a:spcBef>
                <a:spcPts val="500"/>
              </a:spcBef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lang="en-US" sz="2200" b="1" dirty="0">
                <a:solidFill>
                  <a:schemeClr val="accent2">
                    <a:lumMod val="75000"/>
                  </a:schemeClr>
                </a:solidFill>
              </a:rPr>
              <a:t>Subtract hex number BA94h from D26Fh</a:t>
            </a:r>
          </a:p>
          <a:p>
            <a:pPr marL="569595" lvl="1" indent="-342900" defTabSz="297941">
              <a:spcBef>
                <a:spcPts val="500"/>
              </a:spcBef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lang="en-US" dirty="0"/>
              <a:t>In Unit’s column </a:t>
            </a:r>
            <a:r>
              <a:rPr lang="en-US" b="1" dirty="0"/>
              <a:t>Fh-4h=11d=</a:t>
            </a:r>
            <a:r>
              <a:rPr lang="en-US" b="1" dirty="0" err="1"/>
              <a:t>Bh</a:t>
            </a:r>
            <a:endParaRPr lang="en-US" b="1" dirty="0"/>
          </a:p>
          <a:p>
            <a:pPr marL="569595" lvl="1" indent="-342900" defTabSz="297941">
              <a:spcBef>
                <a:spcPts val="500"/>
              </a:spcBef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lang="en-US" dirty="0"/>
              <a:t>In next column, </a:t>
            </a:r>
            <a:r>
              <a:rPr lang="en-US" b="1" dirty="0"/>
              <a:t>6&lt;9 </a:t>
            </a:r>
            <a:r>
              <a:rPr lang="en-US" dirty="0"/>
              <a:t>so, we must</a:t>
            </a:r>
            <a:r>
              <a:rPr lang="en-US" b="1" dirty="0"/>
              <a:t> borrow 1</a:t>
            </a:r>
            <a:r>
              <a:rPr lang="en-US" dirty="0"/>
              <a:t> from the third (right to left) column. Thus, </a:t>
            </a:r>
            <a:r>
              <a:rPr lang="en-US" b="1" dirty="0"/>
              <a:t>16h-9h=?</a:t>
            </a:r>
          </a:p>
          <a:p>
            <a:pPr marL="1249680" lvl="4" indent="-342900" defTabSz="297941">
              <a:spcBef>
                <a:spcPts val="500"/>
              </a:spcBef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lang="en-US" b="1" dirty="0"/>
              <a:t>16h-9h = Dh,</a:t>
            </a:r>
            <a:r>
              <a:rPr lang="en-US" dirty="0"/>
              <a:t> (Looking at Hex addition table, D+9=16 </a:t>
            </a:r>
          </a:p>
          <a:p>
            <a:pPr marL="1249680" lvl="4" indent="-342900" defTabSz="297941">
              <a:spcBef>
                <a:spcPts val="500"/>
              </a:spcBef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lang="en-US" b="1" dirty="0"/>
              <a:t>Or</a:t>
            </a:r>
            <a:r>
              <a:rPr lang="en-US" dirty="0"/>
              <a:t>, Hex numbers are A…F,10,11,12,13,14,15,</a:t>
            </a:r>
            <a:r>
              <a:rPr lang="en-US" b="1" dirty="0"/>
              <a:t>16h/23d - 9d/h = 14d/Dh</a:t>
            </a:r>
            <a:endParaRPr lang="en-US" dirty="0"/>
          </a:p>
          <a:p>
            <a:pPr marL="569595" lvl="1" indent="-342900" defTabSz="297941">
              <a:spcBef>
                <a:spcPts val="500"/>
              </a:spcBef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lang="en-US" dirty="0"/>
              <a:t>In next column, </a:t>
            </a:r>
            <a:r>
              <a:rPr lang="en-US" b="1" dirty="0"/>
              <a:t>12h-Ah-1</a:t>
            </a:r>
            <a:r>
              <a:rPr lang="en-US" dirty="0"/>
              <a:t>(previously lend one)</a:t>
            </a:r>
            <a:r>
              <a:rPr lang="en-US" b="1" dirty="0"/>
              <a:t> = 12h/18d-10d-1d/h = 7h </a:t>
            </a:r>
          </a:p>
          <a:p>
            <a:pPr marL="569595" lvl="1" indent="-342900" defTabSz="297941">
              <a:spcBef>
                <a:spcPts val="500"/>
              </a:spcBef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lang="en-US" dirty="0"/>
              <a:t>In next column, </a:t>
            </a:r>
            <a:r>
              <a:rPr lang="en-US" b="1" dirty="0"/>
              <a:t>Dh-Bh-1</a:t>
            </a:r>
            <a:r>
              <a:rPr lang="en-US" dirty="0"/>
              <a:t>(previously lend one)</a:t>
            </a:r>
            <a:r>
              <a:rPr lang="en-US" b="1" dirty="0"/>
              <a:t> = Dh/13d-11d-1d/h = 1h </a:t>
            </a:r>
          </a:p>
          <a:p>
            <a:pPr marL="453390" lvl="1" indent="-226695" defTabSz="297941">
              <a:spcBef>
                <a:spcPts val="500"/>
              </a:spcBef>
              <a:defRPr sz="1800">
                <a:solidFill>
                  <a:srgbClr val="000000"/>
                </a:solidFill>
              </a:defRPr>
            </a:pPr>
            <a:r>
              <a:rPr lang="en-US" b="1" dirty="0"/>
              <a:t>thus, if we combine it all,</a:t>
            </a:r>
          </a:p>
          <a:p>
            <a:pPr lvl="0" defTabSz="297941">
              <a:spcBef>
                <a:spcPts val="500"/>
              </a:spcBef>
              <a:defRPr sz="1800">
                <a:solidFill>
                  <a:srgbClr val="000000"/>
                </a:solidFill>
              </a:defRPr>
            </a:pPr>
            <a:r>
              <a:rPr lang="en-US" b="1" dirty="0"/>
              <a:t>							 D26Fh</a:t>
            </a:r>
          </a:p>
          <a:p>
            <a:pPr lvl="0" defTabSz="297941">
              <a:spcBef>
                <a:spcPts val="500"/>
              </a:spcBef>
              <a:defRPr sz="1800">
                <a:solidFill>
                  <a:srgbClr val="000000"/>
                </a:solidFill>
              </a:defRPr>
            </a:pPr>
            <a:r>
              <a:rPr lang="en-US" b="1" dirty="0"/>
              <a:t>					          - BA94h</a:t>
            </a:r>
            <a:endParaRPr lang="en-US" dirty="0"/>
          </a:p>
          <a:p>
            <a:pPr lvl="0" defTabSz="297941">
              <a:spcBef>
                <a:spcPts val="500"/>
              </a:spcBef>
              <a:defRPr sz="1800">
                <a:solidFill>
                  <a:srgbClr val="000000"/>
                </a:solidFill>
              </a:defRPr>
            </a:pPr>
            <a:r>
              <a:rPr lang="en-US" b="1" dirty="0"/>
              <a:t>							  17DBh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F03FD4F4-D657-9BBF-A1B3-7BBB7BEFEE88}"/>
              </a:ext>
            </a:extLst>
          </p:cNvPr>
          <p:cNvCxnSpPr/>
          <p:nvPr/>
        </p:nvCxnSpPr>
        <p:spPr>
          <a:xfrm>
            <a:off x="2067951" y="5880295"/>
            <a:ext cx="970671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2341284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Addition and Subtraction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Task: Hex Subtraction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4FF7807-DA0E-416B-94AB-D098BD91B1DC}"/>
              </a:ext>
            </a:extLst>
          </p:cNvPr>
          <p:cNvSpPr/>
          <p:nvPr/>
        </p:nvSpPr>
        <p:spPr>
          <a:xfrm>
            <a:off x="1" y="2157819"/>
            <a:ext cx="9017390" cy="19082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71500" lvl="0" indent="-571500"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lang="en-US" sz="3000" b="1" dirty="0">
                <a:solidFill>
                  <a:schemeClr val="accent2">
                    <a:lumMod val="75000"/>
                  </a:schemeClr>
                </a:solidFill>
              </a:rPr>
              <a:t>Solve the following:</a:t>
            </a:r>
          </a:p>
          <a:p>
            <a:pPr marL="1485900" lvl="6" indent="-571500"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endParaRPr lang="en-US" sz="2200" b="1" dirty="0"/>
          </a:p>
          <a:p>
            <a:pPr marL="1485900" lvl="6" indent="-571500"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lang="en-US" sz="2200" b="1" dirty="0"/>
              <a:t>5FC12h-3ABD1h</a:t>
            </a:r>
          </a:p>
          <a:p>
            <a:pPr marL="1485900" lvl="6" indent="-571500"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endParaRPr lang="en-US" sz="2200" b="1" dirty="0"/>
          </a:p>
          <a:p>
            <a:pPr marL="1485900" lvl="6" indent="-571500"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lang="en-US" sz="2200" b="1" dirty="0"/>
              <a:t>F001Ch-1FF3Fh</a:t>
            </a:r>
          </a:p>
        </p:txBody>
      </p:sp>
    </p:spTree>
    <p:extLst>
      <p:ext uri="{BB962C8B-B14F-4D97-AF65-F5344CB8AC3E}">
        <p14:creationId xmlns:p14="http://schemas.microsoft.com/office/powerpoint/2010/main" val="141018390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Addition and Subtraction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Task: Binary Subtraction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4FF7807-DA0E-416B-94AB-D098BD91B1DC}"/>
              </a:ext>
            </a:extLst>
          </p:cNvPr>
          <p:cNvSpPr/>
          <p:nvPr/>
        </p:nvSpPr>
        <p:spPr>
          <a:xfrm>
            <a:off x="1" y="2157819"/>
            <a:ext cx="9017390" cy="19082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71500" lvl="0" indent="-571500"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lang="en-US" sz="3000" b="1" dirty="0">
                <a:solidFill>
                  <a:schemeClr val="accent2">
                    <a:lumMod val="75000"/>
                  </a:schemeClr>
                </a:solidFill>
              </a:rPr>
              <a:t>Solve the following:</a:t>
            </a:r>
          </a:p>
          <a:p>
            <a:pPr marL="1485900" lvl="5" indent="-571500"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endParaRPr lang="en-US" sz="2200" b="1" dirty="0"/>
          </a:p>
          <a:p>
            <a:pPr marL="1485900" lvl="5" indent="-571500"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lang="en-US" sz="2200" b="1" dirty="0"/>
              <a:t>11011b-10110b</a:t>
            </a:r>
          </a:p>
          <a:p>
            <a:pPr marL="1485900" lvl="5" indent="-571500"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endParaRPr lang="en-US" sz="2200" b="1" dirty="0"/>
          </a:p>
          <a:p>
            <a:pPr marL="1485900" lvl="5" indent="-571500"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lang="en-US" sz="2200" b="1" dirty="0"/>
              <a:t>10000101b-111011b</a:t>
            </a:r>
          </a:p>
        </p:txBody>
      </p:sp>
    </p:spTree>
    <p:extLst>
      <p:ext uri="{BB962C8B-B14F-4D97-AF65-F5344CB8AC3E}">
        <p14:creationId xmlns:p14="http://schemas.microsoft.com/office/powerpoint/2010/main" val="310022942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Integer Representation </a:t>
            </a:r>
            <a:br>
              <a:rPr lang="en-US" dirty="0"/>
            </a:br>
            <a:r>
              <a:rPr lang="en-US" dirty="0"/>
              <a:t>in computer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4FF7807-DA0E-416B-94AB-D098BD91B1DC}"/>
              </a:ext>
            </a:extLst>
          </p:cNvPr>
          <p:cNvSpPr/>
          <p:nvPr/>
        </p:nvSpPr>
        <p:spPr>
          <a:xfrm>
            <a:off x="1" y="2157819"/>
            <a:ext cx="9017390" cy="17491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 defTabSz="350520">
              <a:spcBef>
                <a:spcPts val="2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lang="en-US" sz="2200" dirty="0"/>
              <a:t>Hardware of a computer </a:t>
            </a:r>
            <a:r>
              <a:rPr lang="en-US" sz="2200" b="1" dirty="0"/>
              <a:t>restricts the size</a:t>
            </a:r>
            <a:r>
              <a:rPr lang="en-US" sz="2200" dirty="0"/>
              <a:t> of a number can be stored.</a:t>
            </a:r>
          </a:p>
          <a:p>
            <a:pPr marL="342900" lvl="0" indent="-342900" defTabSz="350520">
              <a:spcBef>
                <a:spcPts val="2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lang="en-US" sz="2200" b="1" dirty="0" err="1"/>
              <a:t>lsb</a:t>
            </a:r>
            <a:r>
              <a:rPr lang="en-US" sz="2200" b="1" dirty="0"/>
              <a:t> </a:t>
            </a:r>
            <a:r>
              <a:rPr lang="en-US" sz="2200" dirty="0"/>
              <a:t>= least significant bit [</a:t>
            </a:r>
            <a:r>
              <a:rPr lang="en-US" sz="2200" b="1" dirty="0"/>
              <a:t>Right most bit or bit 0</a:t>
            </a:r>
            <a:r>
              <a:rPr lang="en-US" sz="2200" dirty="0"/>
              <a:t>]</a:t>
            </a:r>
          </a:p>
          <a:p>
            <a:pPr marL="342900" lvl="0" indent="-342900" defTabSz="350520">
              <a:spcBef>
                <a:spcPts val="2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lang="en-US" sz="2200" b="1" dirty="0" err="1"/>
              <a:t>msb</a:t>
            </a:r>
            <a:r>
              <a:rPr lang="en-US" sz="2200" dirty="0"/>
              <a:t> = most significant bit [</a:t>
            </a:r>
            <a:r>
              <a:rPr lang="en-US" sz="2200" b="1" dirty="0"/>
              <a:t>left most bit or bit 15</a:t>
            </a:r>
            <a:r>
              <a:rPr lang="en-US" sz="2200" dirty="0"/>
              <a:t>]</a:t>
            </a:r>
          </a:p>
        </p:txBody>
      </p:sp>
    </p:spTree>
    <p:extLst>
      <p:ext uri="{BB962C8B-B14F-4D97-AF65-F5344CB8AC3E}">
        <p14:creationId xmlns:p14="http://schemas.microsoft.com/office/powerpoint/2010/main" val="160595265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Integer Representation </a:t>
            </a:r>
            <a:br>
              <a:rPr lang="en-US" dirty="0"/>
            </a:br>
            <a:r>
              <a:rPr lang="en-US" dirty="0"/>
              <a:t>in computer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b="1" dirty="0"/>
              <a:t>Unsigned integers</a:t>
            </a:r>
            <a:endParaRPr lang="en-GB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4FF7807-DA0E-416B-94AB-D098BD91B1DC}"/>
              </a:ext>
            </a:extLst>
          </p:cNvPr>
          <p:cNvSpPr/>
          <p:nvPr/>
        </p:nvSpPr>
        <p:spPr>
          <a:xfrm>
            <a:off x="1" y="2157819"/>
            <a:ext cx="9017390" cy="274690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 defTabSz="350520">
              <a:spcBef>
                <a:spcPts val="2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lang="en-US" sz="2200" b="1" dirty="0"/>
              <a:t>Unsigned integers: </a:t>
            </a:r>
            <a:r>
              <a:rPr lang="en-US" sz="2200" dirty="0"/>
              <a:t>Non-negative integer</a:t>
            </a:r>
          </a:p>
          <a:p>
            <a:pPr marL="342900" lvl="0" indent="-342900" defTabSz="350520">
              <a:spcBef>
                <a:spcPts val="2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lang="en-US" sz="2200" dirty="0"/>
              <a:t>The largest unsigned integer of a byte= </a:t>
            </a:r>
            <a:r>
              <a:rPr lang="en-US" sz="2200" b="1" dirty="0"/>
              <a:t>11111111b </a:t>
            </a:r>
            <a:r>
              <a:rPr lang="en-US" sz="2200" dirty="0"/>
              <a:t>or </a:t>
            </a:r>
            <a:r>
              <a:rPr lang="en-US" sz="2200" b="1" dirty="0"/>
              <a:t>255d</a:t>
            </a:r>
            <a:r>
              <a:rPr lang="en-US" sz="2200" dirty="0"/>
              <a:t> or </a:t>
            </a:r>
            <a:r>
              <a:rPr lang="en-US" sz="2200" b="1" dirty="0" err="1"/>
              <a:t>FFh</a:t>
            </a:r>
            <a:endParaRPr lang="en-US" sz="2200" b="1" dirty="0"/>
          </a:p>
          <a:p>
            <a:pPr marL="342900" lvl="0" indent="-342900" defTabSz="350520">
              <a:spcBef>
                <a:spcPts val="2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lang="en-US" sz="2200" dirty="0"/>
              <a:t>The largest unsigned integer of a word= </a:t>
            </a:r>
            <a:r>
              <a:rPr lang="en-US" sz="2200" b="1" dirty="0"/>
              <a:t>1111111111111111b </a:t>
            </a:r>
            <a:r>
              <a:rPr lang="en-US" sz="2200" dirty="0"/>
              <a:t>or </a:t>
            </a:r>
            <a:r>
              <a:rPr lang="en-US" sz="2200" b="1" dirty="0"/>
              <a:t>65535d</a:t>
            </a:r>
            <a:r>
              <a:rPr lang="en-US" sz="2200" dirty="0"/>
              <a:t> or </a:t>
            </a:r>
            <a:r>
              <a:rPr lang="en-US" sz="2200" b="1" dirty="0" err="1"/>
              <a:t>FFFFh</a:t>
            </a:r>
            <a:endParaRPr lang="en-US" sz="2200" b="1" dirty="0"/>
          </a:p>
          <a:p>
            <a:pPr marL="342900" lvl="0" indent="-342900" defTabSz="350520">
              <a:spcBef>
                <a:spcPts val="2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lang="en-US" sz="2200" b="1" dirty="0"/>
              <a:t>*** </a:t>
            </a:r>
            <a:r>
              <a:rPr lang="en-US" sz="2200" dirty="0"/>
              <a:t>if LSB of an integer is </a:t>
            </a:r>
            <a:r>
              <a:rPr lang="en-US" sz="2200" b="1" dirty="0"/>
              <a:t>1 then its ODD </a:t>
            </a:r>
            <a:r>
              <a:rPr lang="en-US" sz="2200" dirty="0"/>
              <a:t>. However, if it is </a:t>
            </a:r>
            <a:r>
              <a:rPr lang="en-US" sz="2200" b="1" dirty="0"/>
              <a:t>0 then Even</a:t>
            </a:r>
          </a:p>
        </p:txBody>
      </p:sp>
    </p:spTree>
    <p:extLst>
      <p:ext uri="{BB962C8B-B14F-4D97-AF65-F5344CB8AC3E}">
        <p14:creationId xmlns:p14="http://schemas.microsoft.com/office/powerpoint/2010/main" val="24755076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Integer Representation </a:t>
            </a:r>
            <a:br>
              <a:rPr lang="en-US" dirty="0"/>
            </a:br>
            <a:r>
              <a:rPr lang="en-US" dirty="0"/>
              <a:t>in computer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b="1" dirty="0"/>
              <a:t>Signed Integer</a:t>
            </a:r>
            <a:endParaRPr lang="en-GB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4FF7807-DA0E-416B-94AB-D098BD91B1DC}"/>
              </a:ext>
            </a:extLst>
          </p:cNvPr>
          <p:cNvSpPr/>
          <p:nvPr/>
        </p:nvSpPr>
        <p:spPr>
          <a:xfrm>
            <a:off x="1" y="2157819"/>
            <a:ext cx="9017390" cy="306750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 defTabSz="350520">
              <a:spcBef>
                <a:spcPts val="2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lang="en-US" sz="2200" b="1" dirty="0"/>
              <a:t>Signed Integer:  </a:t>
            </a:r>
            <a:r>
              <a:rPr lang="en-US" sz="2200" dirty="0"/>
              <a:t>Can be </a:t>
            </a:r>
            <a:r>
              <a:rPr lang="en-US" sz="2200" b="1" dirty="0"/>
              <a:t>positive</a:t>
            </a:r>
            <a:r>
              <a:rPr lang="en-US" sz="2200" dirty="0"/>
              <a:t> or </a:t>
            </a:r>
            <a:r>
              <a:rPr lang="en-US" sz="2200" b="1" dirty="0"/>
              <a:t>negative</a:t>
            </a:r>
            <a:r>
              <a:rPr lang="en-US" sz="2200" dirty="0"/>
              <a:t> number</a:t>
            </a:r>
          </a:p>
          <a:p>
            <a:pPr marL="342900" lvl="0" indent="-342900" defTabSz="350520">
              <a:spcBef>
                <a:spcPts val="2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lang="en-US" sz="2200" dirty="0"/>
              <a:t>The </a:t>
            </a:r>
            <a:r>
              <a:rPr lang="en-US" sz="2200" b="1" dirty="0"/>
              <a:t>MSB</a:t>
            </a:r>
            <a:r>
              <a:rPr lang="en-US" sz="2200" dirty="0"/>
              <a:t> is reserved for the </a:t>
            </a:r>
            <a:r>
              <a:rPr lang="en-US" sz="2200" b="1" dirty="0"/>
              <a:t>sign</a:t>
            </a:r>
          </a:p>
          <a:p>
            <a:pPr marL="342900" lvl="0" indent="-342900" defTabSz="350520">
              <a:spcBef>
                <a:spcPts val="2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lang="en-US" sz="2200" b="1" dirty="0"/>
              <a:t>MSB =1 [Negative]</a:t>
            </a:r>
          </a:p>
          <a:p>
            <a:pPr marL="342900" lvl="0" indent="-342900" defTabSz="350520">
              <a:spcBef>
                <a:spcPts val="2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lang="en-US" sz="2200" b="1" dirty="0"/>
              <a:t>MSB =0 [Positive]</a:t>
            </a:r>
          </a:p>
          <a:p>
            <a:pPr marL="342900" lvl="0" indent="-342900" defTabSz="350520">
              <a:spcBef>
                <a:spcPts val="2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lang="en-US" sz="2200" b="1" dirty="0"/>
              <a:t>*** </a:t>
            </a:r>
            <a:r>
              <a:rPr lang="en-US" sz="2200" dirty="0"/>
              <a:t>Negative integers are stored in a computer using </a:t>
            </a:r>
            <a:r>
              <a:rPr lang="en-US" sz="2200" b="1" dirty="0"/>
              <a:t>TWO’s complement</a:t>
            </a:r>
          </a:p>
        </p:txBody>
      </p:sp>
    </p:spTree>
    <p:extLst>
      <p:ext uri="{BB962C8B-B14F-4D97-AF65-F5344CB8AC3E}">
        <p14:creationId xmlns:p14="http://schemas.microsoft.com/office/powerpoint/2010/main" val="328048501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Integer Representation </a:t>
            </a:r>
            <a:br>
              <a:rPr lang="en-US" dirty="0"/>
            </a:br>
            <a:r>
              <a:rPr lang="en-US" dirty="0"/>
              <a:t>in computer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b="1" dirty="0"/>
              <a:t>One’s Complement</a:t>
            </a:r>
            <a:endParaRPr lang="en-GB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4FF7807-DA0E-416B-94AB-D098BD91B1DC}"/>
              </a:ext>
            </a:extLst>
          </p:cNvPr>
          <p:cNvSpPr/>
          <p:nvPr/>
        </p:nvSpPr>
        <p:spPr>
          <a:xfrm>
            <a:off x="1" y="2157819"/>
            <a:ext cx="9017390" cy="25790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71500" lvl="0" indent="-571500">
              <a:lnSpc>
                <a:spcPct val="150000"/>
              </a:lnSpc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lang="en-US" sz="2200" dirty="0"/>
              <a:t>Ones complement is obtained by </a:t>
            </a:r>
            <a:r>
              <a:rPr lang="en-US" sz="2200" b="1" dirty="0"/>
              <a:t>complementing each bit.</a:t>
            </a:r>
          </a:p>
          <a:p>
            <a:pPr marL="571500" lvl="3" indent="-571500">
              <a:lnSpc>
                <a:spcPct val="150000"/>
              </a:lnSpc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lang="en-US" sz="2200" b="1" dirty="0"/>
              <a:t>i.e. replacing 0 by a 1</a:t>
            </a:r>
            <a:r>
              <a:rPr lang="en-US" sz="2200" dirty="0"/>
              <a:t> and</a:t>
            </a:r>
            <a:r>
              <a:rPr lang="en-US" sz="2200" b="1" dirty="0"/>
              <a:t> 1 by a 0.</a:t>
            </a:r>
          </a:p>
          <a:p>
            <a:pPr marL="571500" lvl="1" indent="-571500">
              <a:lnSpc>
                <a:spcPct val="150000"/>
              </a:lnSpc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lang="en-US" sz="2200" b="1" dirty="0"/>
              <a:t>To find the one’s complement of 5 or 0000000000000101 </a:t>
            </a:r>
            <a:r>
              <a:rPr lang="en-US" sz="2200" dirty="0"/>
              <a:t>[16bit representation of 101]</a:t>
            </a:r>
          </a:p>
          <a:p>
            <a:pPr marL="571500" lvl="2" indent="-571500">
              <a:lnSpc>
                <a:spcPct val="150000"/>
              </a:lnSpc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lang="en-US" sz="2200" dirty="0"/>
              <a:t>1111111111111010  [complementing each bit]</a:t>
            </a:r>
          </a:p>
        </p:txBody>
      </p:sp>
    </p:spTree>
    <p:extLst>
      <p:ext uri="{BB962C8B-B14F-4D97-AF65-F5344CB8AC3E}">
        <p14:creationId xmlns:p14="http://schemas.microsoft.com/office/powerpoint/2010/main" val="65224903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Integer Representation </a:t>
            </a:r>
            <a:br>
              <a:rPr lang="en-US" dirty="0"/>
            </a:br>
            <a:r>
              <a:rPr lang="en-US" dirty="0"/>
              <a:t>in computer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b="1" dirty="0"/>
              <a:t> Two’s Complement</a:t>
            </a:r>
            <a:endParaRPr lang="en-GB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4FF7807-DA0E-416B-94AB-D098BD91B1DC}"/>
              </a:ext>
            </a:extLst>
          </p:cNvPr>
          <p:cNvSpPr/>
          <p:nvPr/>
        </p:nvSpPr>
        <p:spPr>
          <a:xfrm>
            <a:off x="1" y="2157819"/>
            <a:ext cx="9017390" cy="30854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835025" lvl="1" indent="-377825" defTabSz="496570">
              <a:spcBef>
                <a:spcPts val="1500"/>
              </a:spcBef>
              <a:defRPr sz="1800">
                <a:solidFill>
                  <a:srgbClr val="000000"/>
                </a:solidFill>
              </a:defRPr>
            </a:pPr>
            <a:r>
              <a:rPr lang="en-US" sz="2200" b="1" dirty="0"/>
              <a:t>To get Two’s Complement, </a:t>
            </a:r>
          </a:p>
          <a:p>
            <a:pPr marL="1292225" lvl="2" indent="-457200" defTabSz="496570">
              <a:spcBef>
                <a:spcPts val="1500"/>
              </a:spcBef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lang="en-US" sz="2200" dirty="0"/>
              <a:t>Add 1 to the one’s complement of a number</a:t>
            </a:r>
          </a:p>
          <a:p>
            <a:pPr marL="1292225" lvl="2" indent="-457200" defTabSz="496570">
              <a:spcBef>
                <a:spcPts val="1500"/>
              </a:spcBef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lang="en-US" sz="2200" dirty="0"/>
              <a:t>Thus, Two’s complement of 5 is </a:t>
            </a:r>
          </a:p>
          <a:p>
            <a:pPr marL="457200" lvl="2" indent="194310" algn="just" defTabSz="496570">
              <a:spcBef>
                <a:spcPts val="1500"/>
              </a:spcBef>
              <a:defRPr sz="1800">
                <a:solidFill>
                  <a:srgbClr val="000000"/>
                </a:solidFill>
              </a:defRPr>
            </a:pPr>
            <a:r>
              <a:rPr lang="en-US" sz="2200" dirty="0"/>
              <a:t>           </a:t>
            </a:r>
            <a:r>
              <a:rPr lang="en-US" sz="2200" b="1" dirty="0"/>
              <a:t>1111111111111010 [one’s complement of 5]</a:t>
            </a:r>
          </a:p>
          <a:p>
            <a:pPr marL="457200" lvl="2" indent="194310" algn="just" defTabSz="496570">
              <a:spcBef>
                <a:spcPts val="1500"/>
              </a:spcBef>
              <a:defRPr sz="1800">
                <a:solidFill>
                  <a:srgbClr val="000000"/>
                </a:solidFill>
              </a:defRPr>
            </a:pPr>
            <a:r>
              <a:rPr lang="en-US" sz="2200" b="1" dirty="0"/>
              <a:t>                                          +1</a:t>
            </a:r>
          </a:p>
          <a:p>
            <a:pPr marL="457200" lvl="2" indent="194310" algn="just" defTabSz="496570">
              <a:spcBef>
                <a:spcPts val="1500"/>
              </a:spcBef>
              <a:defRPr sz="1800">
                <a:solidFill>
                  <a:srgbClr val="000000"/>
                </a:solidFill>
              </a:defRPr>
            </a:pPr>
            <a:r>
              <a:rPr lang="en-US" sz="2200" b="1" dirty="0"/>
              <a:t>           1111111111111011 [Two’s complement of 5]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13857F8F-C8D7-46DF-98D4-8AC9DB23807D}"/>
              </a:ext>
            </a:extLst>
          </p:cNvPr>
          <p:cNvCxnSpPr/>
          <p:nvPr/>
        </p:nvCxnSpPr>
        <p:spPr>
          <a:xfrm>
            <a:off x="1252025" y="4740812"/>
            <a:ext cx="2841673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3219434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Integer Representation </a:t>
            </a:r>
            <a:br>
              <a:rPr lang="en-US" dirty="0"/>
            </a:br>
            <a:r>
              <a:rPr lang="en-US" dirty="0"/>
              <a:t>in computer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b="1" dirty="0"/>
              <a:t> Two’s Complement- Observation</a:t>
            </a:r>
            <a:endParaRPr lang="en-GB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4FF7807-DA0E-416B-94AB-D098BD91B1DC}"/>
              </a:ext>
            </a:extLst>
          </p:cNvPr>
          <p:cNvSpPr/>
          <p:nvPr/>
        </p:nvSpPr>
        <p:spPr>
          <a:xfrm>
            <a:off x="1" y="2157819"/>
            <a:ext cx="9017390" cy="40370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lvl="0" indent="-457200" defTabSz="426466">
              <a:spcBef>
                <a:spcPts val="1000"/>
              </a:spcBef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lang="en-US" sz="2200" dirty="0"/>
              <a:t>If we add two’s complement of 5 with it, we get </a:t>
            </a:r>
          </a:p>
          <a:p>
            <a:pPr marL="0" lvl="1" indent="166878" defTabSz="426466">
              <a:spcBef>
                <a:spcPts val="1000"/>
              </a:spcBef>
              <a:defRPr sz="1800">
                <a:solidFill>
                  <a:srgbClr val="000000"/>
                </a:solidFill>
              </a:defRPr>
            </a:pPr>
            <a:r>
              <a:rPr lang="en-US" sz="2200" dirty="0"/>
              <a:t>                          	 </a:t>
            </a:r>
            <a:r>
              <a:rPr lang="en-US" sz="2200" b="1" dirty="0"/>
              <a:t>1111111111111011</a:t>
            </a:r>
          </a:p>
          <a:p>
            <a:pPr marL="0" lvl="1" indent="166878" defTabSz="426466">
              <a:spcBef>
                <a:spcPts val="1000"/>
              </a:spcBef>
              <a:defRPr sz="1800">
                <a:solidFill>
                  <a:srgbClr val="000000"/>
                </a:solidFill>
              </a:defRPr>
            </a:pPr>
            <a:r>
              <a:rPr lang="en-US" sz="2200" b="1" dirty="0"/>
              <a:t>	                            0000000000000101</a:t>
            </a:r>
            <a:br>
              <a:rPr lang="en-US" sz="2200" b="1" dirty="0"/>
            </a:br>
            <a:r>
              <a:rPr lang="en-US" sz="2200" b="1" dirty="0"/>
              <a:t>	                          10000000000000000	</a:t>
            </a:r>
          </a:p>
          <a:p>
            <a:pPr marL="781685" lvl="1" indent="-457200" defTabSz="426466">
              <a:spcBef>
                <a:spcPts val="1000"/>
              </a:spcBef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lang="en-US" sz="2200" dirty="0"/>
              <a:t>We get total 17bits here, however, word bits can hold only 16bits.</a:t>
            </a:r>
          </a:p>
          <a:p>
            <a:pPr marL="781685" lvl="1" indent="-457200" defTabSz="426466">
              <a:spcBef>
                <a:spcPts val="1000"/>
              </a:spcBef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lang="en-US" sz="2200" dirty="0"/>
              <a:t>Thus the carried out </a:t>
            </a:r>
            <a:r>
              <a:rPr lang="en-US" sz="2200" b="1" dirty="0"/>
              <a:t>MSB 1 </a:t>
            </a:r>
            <a:r>
              <a:rPr lang="en-US" sz="2200" dirty="0"/>
              <a:t>is lost and final result is 0</a:t>
            </a:r>
          </a:p>
          <a:p>
            <a:pPr marL="781685" lvl="1" indent="-457200" defTabSz="426466">
              <a:spcBef>
                <a:spcPts val="1000"/>
              </a:spcBef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lang="en-US" sz="2200" dirty="0"/>
              <a:t>5 +(-5) also results zero.</a:t>
            </a:r>
          </a:p>
          <a:p>
            <a:pPr marL="781685" lvl="1" indent="-457200" defTabSz="426466">
              <a:spcBef>
                <a:spcPts val="1000"/>
              </a:spcBef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lang="en-US" sz="2200" dirty="0"/>
              <a:t>Adding a number N and ones complement gives 16 one’s</a:t>
            </a:r>
          </a:p>
          <a:p>
            <a:pPr marL="781685" lvl="1" indent="-457200" defTabSz="426466">
              <a:spcBef>
                <a:spcPts val="1000"/>
              </a:spcBef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lang="en-US" sz="2200" dirty="0"/>
              <a:t>Adding a number N and Two’s complement gives 16 zero’s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241329E-8ABB-1C5D-F51D-2ED1F3550294}"/>
              </a:ext>
            </a:extLst>
          </p:cNvPr>
          <p:cNvCxnSpPr/>
          <p:nvPr/>
        </p:nvCxnSpPr>
        <p:spPr>
          <a:xfrm>
            <a:off x="1941342" y="3429000"/>
            <a:ext cx="2940147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8021094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Integer Representation </a:t>
            </a:r>
            <a:br>
              <a:rPr lang="en-US" dirty="0"/>
            </a:br>
            <a:r>
              <a:rPr lang="en-US" dirty="0"/>
              <a:t>in computer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b="1" dirty="0"/>
              <a:t> Two’s Complement- Task: 8/16bit Representation</a:t>
            </a:r>
            <a:endParaRPr lang="en-GB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4FF7807-DA0E-416B-94AB-D098BD91B1DC}"/>
              </a:ext>
            </a:extLst>
          </p:cNvPr>
          <p:cNvSpPr/>
          <p:nvPr/>
        </p:nvSpPr>
        <p:spPr>
          <a:xfrm>
            <a:off x="421341" y="2157819"/>
            <a:ext cx="8596050" cy="369844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defTabSz="455675">
              <a:spcBef>
                <a:spcPts val="1000"/>
              </a:spcBef>
              <a:defRPr sz="1800">
                <a:solidFill>
                  <a:srgbClr val="000000"/>
                </a:solidFill>
              </a:defRPr>
            </a:pPr>
            <a:r>
              <a:rPr lang="en-US" sz="2200" dirty="0"/>
              <a:t>Find the two’s complement of the two’s complement of 5.</a:t>
            </a:r>
          </a:p>
          <a:p>
            <a:pPr lvl="0" defTabSz="455675">
              <a:spcBef>
                <a:spcPts val="1000"/>
              </a:spcBef>
              <a:defRPr sz="1800">
                <a:solidFill>
                  <a:srgbClr val="000000"/>
                </a:solidFill>
              </a:defRPr>
            </a:pPr>
            <a:r>
              <a:rPr lang="en-US" sz="2200" dirty="0"/>
              <a:t>Show how the following decimal integer would be represented in</a:t>
            </a:r>
          </a:p>
          <a:p>
            <a:pPr marL="1828800" lvl="3" indent="-457200" defTabSz="455675">
              <a:spcBef>
                <a:spcPts val="1000"/>
              </a:spcBef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lang="en-US" sz="2200" b="1" dirty="0">
                <a:solidFill>
                  <a:schemeClr val="accent2">
                    <a:lumMod val="75000"/>
                  </a:schemeClr>
                </a:solidFill>
              </a:rPr>
              <a:t> a) 8 bits  b)16bits. [express the result in hex]</a:t>
            </a:r>
          </a:p>
          <a:p>
            <a:pPr lvl="4" indent="-457200" defTabSz="455675">
              <a:spcBef>
                <a:spcPts val="1000"/>
              </a:spcBef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lang="en-US" sz="2200" b="1" dirty="0"/>
              <a:t>  -97</a:t>
            </a:r>
          </a:p>
          <a:p>
            <a:pPr lvl="4" indent="-457200" defTabSz="455675">
              <a:spcBef>
                <a:spcPts val="1000"/>
              </a:spcBef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lang="en-US" sz="2200" b="1" dirty="0"/>
              <a:t>-120</a:t>
            </a:r>
          </a:p>
          <a:p>
            <a:pPr lvl="4" indent="-457200" defTabSz="455675">
              <a:spcBef>
                <a:spcPts val="1000"/>
              </a:spcBef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lang="en-US" sz="2200" b="1" dirty="0"/>
              <a:t>-40000</a:t>
            </a:r>
          </a:p>
          <a:p>
            <a:pPr lvl="4" indent="-457200" defTabSz="455675">
              <a:spcBef>
                <a:spcPts val="1000"/>
              </a:spcBef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lang="en-US" sz="2200" b="1" dirty="0"/>
              <a:t>-128</a:t>
            </a:r>
          </a:p>
          <a:p>
            <a:pPr lvl="4" indent="-457200" defTabSz="455675">
              <a:spcBef>
                <a:spcPts val="1000"/>
              </a:spcBef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lang="en-US" sz="2200" b="1" dirty="0"/>
              <a:t>65536</a:t>
            </a:r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395439670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Integer Representation </a:t>
            </a:r>
            <a:br>
              <a:rPr lang="en-US" dirty="0"/>
            </a:br>
            <a:r>
              <a:rPr lang="en-US" dirty="0"/>
              <a:t>in computer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b="1" dirty="0"/>
              <a:t> Two’s Complement- Task</a:t>
            </a:r>
            <a:endParaRPr lang="en-GB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4FF7807-DA0E-416B-94AB-D098BD91B1DC}"/>
              </a:ext>
            </a:extLst>
          </p:cNvPr>
          <p:cNvSpPr/>
          <p:nvPr/>
        </p:nvSpPr>
        <p:spPr>
          <a:xfrm>
            <a:off x="421341" y="2157819"/>
            <a:ext cx="8596050" cy="37240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defRPr sz="1800">
                <a:solidFill>
                  <a:srgbClr val="000000"/>
                </a:solidFill>
              </a:defRPr>
            </a:pPr>
            <a:r>
              <a:rPr lang="en-US" sz="3000" dirty="0"/>
              <a:t>Give 16-bit representation of each of the following integers and express the result in hex:</a:t>
            </a:r>
          </a:p>
          <a:p>
            <a:pPr lvl="0">
              <a:defRPr sz="1800">
                <a:solidFill>
                  <a:srgbClr val="000000"/>
                </a:solidFill>
              </a:defRPr>
            </a:pPr>
            <a:endParaRPr lang="en-US" sz="2200" dirty="0"/>
          </a:p>
          <a:p>
            <a:pPr marL="2400300" lvl="7" indent="-571500"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lang="en-US" sz="2200" b="1" dirty="0"/>
              <a:t>234</a:t>
            </a:r>
          </a:p>
          <a:p>
            <a:pPr marL="2400300" lvl="7" indent="-571500"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endParaRPr lang="en-US" sz="2200" b="1" dirty="0"/>
          </a:p>
          <a:p>
            <a:pPr marL="2400300" lvl="7" indent="-571500"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lang="en-US" sz="2200" b="1" dirty="0"/>
              <a:t>-16</a:t>
            </a:r>
          </a:p>
          <a:p>
            <a:pPr marL="2400300" lvl="7" indent="-571500"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endParaRPr lang="en-US" sz="2200" b="1" dirty="0"/>
          </a:p>
          <a:p>
            <a:pPr marL="2400300" lvl="7" indent="-571500"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lang="en-US" sz="2200" b="1" dirty="0"/>
              <a:t>31634</a:t>
            </a:r>
          </a:p>
          <a:p>
            <a:pPr marL="2400300" lvl="7" indent="-571500"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endParaRPr lang="en-US" sz="2200" b="1" dirty="0"/>
          </a:p>
          <a:p>
            <a:pPr marL="2400300" lvl="7" indent="-571500"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lang="en-US" sz="2200" b="1" dirty="0"/>
              <a:t>-32216</a:t>
            </a:r>
          </a:p>
        </p:txBody>
      </p:sp>
    </p:spTree>
    <p:extLst>
      <p:ext uri="{BB962C8B-B14F-4D97-AF65-F5344CB8AC3E}">
        <p14:creationId xmlns:p14="http://schemas.microsoft.com/office/powerpoint/2010/main" val="289937832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Integer Representation </a:t>
            </a:r>
            <a:br>
              <a:rPr lang="en-US" dirty="0"/>
            </a:br>
            <a:r>
              <a:rPr lang="en-US" dirty="0"/>
              <a:t>in computer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b="1" dirty="0"/>
              <a:t> Subtraction as Two’s Complement Addition</a:t>
            </a:r>
            <a:endParaRPr lang="en-GB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4FF7807-DA0E-416B-94AB-D098BD91B1DC}"/>
              </a:ext>
            </a:extLst>
          </p:cNvPr>
          <p:cNvSpPr/>
          <p:nvPr/>
        </p:nvSpPr>
        <p:spPr>
          <a:xfrm>
            <a:off x="1" y="2157819"/>
            <a:ext cx="9017390" cy="369844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lvl="0" indent="-457200" defTabSz="508254">
              <a:spcBef>
                <a:spcPts val="1000"/>
              </a:spcBef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lang="en-US" sz="2200" b="1" dirty="0">
                <a:solidFill>
                  <a:schemeClr val="accent2">
                    <a:lumMod val="75000"/>
                  </a:schemeClr>
                </a:solidFill>
              </a:rPr>
              <a:t>If AX contains 21FCh and BX contains 5ABCh, find AX-BX</a:t>
            </a:r>
          </a:p>
          <a:p>
            <a:pPr marL="1301115" lvl="2" indent="-386715" defTabSz="508254">
              <a:spcBef>
                <a:spcPts val="1000"/>
              </a:spcBef>
              <a:defRPr sz="1800">
                <a:solidFill>
                  <a:srgbClr val="000000"/>
                </a:solidFill>
              </a:defRPr>
            </a:pPr>
            <a:r>
              <a:rPr lang="en-US" sz="2200" b="1" dirty="0"/>
              <a:t>AX=21FCh </a:t>
            </a:r>
            <a:r>
              <a:rPr lang="en-US" sz="2200" dirty="0"/>
              <a:t> = 0010000111111100</a:t>
            </a:r>
          </a:p>
          <a:p>
            <a:pPr marL="1301115" lvl="2" indent="-386715" defTabSz="508254">
              <a:spcBef>
                <a:spcPts val="1000"/>
              </a:spcBef>
              <a:defRPr sz="1800">
                <a:solidFill>
                  <a:srgbClr val="000000"/>
                </a:solidFill>
              </a:defRPr>
            </a:pPr>
            <a:r>
              <a:rPr lang="en-US" sz="2200" b="1" dirty="0"/>
              <a:t>BX= 5ABCh </a:t>
            </a:r>
            <a:r>
              <a:rPr lang="en-US" sz="2200" dirty="0"/>
              <a:t>= 0101101010111100</a:t>
            </a:r>
          </a:p>
          <a:p>
            <a:pPr marL="1301115" lvl="2" indent="-386715" defTabSz="508254">
              <a:spcBef>
                <a:spcPts val="1000"/>
              </a:spcBef>
              <a:defRPr sz="1800">
                <a:solidFill>
                  <a:srgbClr val="000000"/>
                </a:solidFill>
              </a:defRPr>
            </a:pPr>
            <a:r>
              <a:rPr lang="en-US" sz="2200" b="1" dirty="0"/>
              <a:t>O’C of 5ABCh</a:t>
            </a:r>
            <a:r>
              <a:rPr lang="en-US" sz="2200" dirty="0"/>
              <a:t> = 1010010101000011 [one’s complement]</a:t>
            </a:r>
          </a:p>
          <a:p>
            <a:pPr lvl="2" defTabSz="508254">
              <a:spcBef>
                <a:spcPts val="1000"/>
              </a:spcBef>
              <a:defRPr sz="1800">
                <a:solidFill>
                  <a:srgbClr val="000000"/>
                </a:solidFill>
              </a:defRPr>
            </a:pPr>
            <a:r>
              <a:rPr lang="en-US" sz="2200" dirty="0"/>
              <a:t>							          +1</a:t>
            </a:r>
          </a:p>
          <a:p>
            <a:pPr lvl="2" defTabSz="508254">
              <a:spcBef>
                <a:spcPts val="1000"/>
              </a:spcBef>
              <a:defRPr sz="1800">
                <a:solidFill>
                  <a:srgbClr val="000000"/>
                </a:solidFill>
              </a:defRPr>
            </a:pPr>
            <a:r>
              <a:rPr lang="en-US" sz="2200" dirty="0"/>
              <a:t>		                   1010010101000100 = A544h  [1 is carried and lost]</a:t>
            </a:r>
          </a:p>
          <a:p>
            <a:pPr lvl="2" defTabSz="508254">
              <a:spcBef>
                <a:spcPts val="1000"/>
              </a:spcBef>
              <a:defRPr sz="1800">
                <a:solidFill>
                  <a:srgbClr val="000000"/>
                </a:solidFill>
              </a:defRPr>
            </a:pPr>
            <a:endParaRPr lang="en-US" sz="2200" dirty="0"/>
          </a:p>
          <a:p>
            <a:pPr lvl="2" defTabSz="508254">
              <a:spcBef>
                <a:spcPts val="1000"/>
              </a:spcBef>
              <a:defRPr sz="1800">
                <a:solidFill>
                  <a:srgbClr val="000000"/>
                </a:solidFill>
              </a:defRPr>
            </a:pPr>
            <a:r>
              <a:rPr lang="en-US" sz="2200" dirty="0"/>
              <a:t>Now, AX+BX = 21FCh+A544h = C740h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8F094AC-EA62-CE5D-E65B-78A34E5F535B}"/>
              </a:ext>
            </a:extLst>
          </p:cNvPr>
          <p:cNvCxnSpPr/>
          <p:nvPr/>
        </p:nvCxnSpPr>
        <p:spPr>
          <a:xfrm>
            <a:off x="2715065" y="4459458"/>
            <a:ext cx="261659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1992740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ASCII Code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b="1" dirty="0"/>
              <a:t> ASCII  Table</a:t>
            </a:r>
            <a:endParaRPr lang="en-GB" dirty="0"/>
          </a:p>
        </p:txBody>
      </p:sp>
      <p:pic>
        <p:nvPicPr>
          <p:cNvPr id="7" name="Screen Shot 2015-01-20 at 7.46.24 PM.png">
            <a:extLst>
              <a:ext uri="{FF2B5EF4-FFF2-40B4-BE49-F238E27FC236}">
                <a16:creationId xmlns:a16="http://schemas.microsoft.com/office/drawing/2014/main" id="{1804FAA7-A970-444B-B67A-5DAC280C4CC0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577721" y="2018715"/>
            <a:ext cx="7988557" cy="3939539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109304303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ASCII Code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b="1" dirty="0"/>
              <a:t>ASCII in detail</a:t>
            </a:r>
            <a:endParaRPr lang="en-GB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DBD43C9-99AE-4E2F-9688-7768AAA22235}"/>
              </a:ext>
            </a:extLst>
          </p:cNvPr>
          <p:cNvSpPr/>
          <p:nvPr/>
        </p:nvSpPr>
        <p:spPr>
          <a:xfrm>
            <a:off x="421341" y="1997839"/>
            <a:ext cx="8047409" cy="178510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11175" lvl="0" indent="-511175" defTabSz="554990"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lang="en-US" sz="2200" dirty="0"/>
              <a:t>ASCII code system Uses 7bits = 2^7 =128 to code each character.</a:t>
            </a:r>
          </a:p>
          <a:p>
            <a:pPr marL="511175" lvl="0" indent="-511175" defTabSz="554990"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lang="en-US" sz="2200" dirty="0"/>
              <a:t>Codes from 32 to 126 = 95 characters are only printable.</a:t>
            </a:r>
          </a:p>
          <a:p>
            <a:pPr marL="511175" lvl="0" indent="-511175" defTabSz="554990"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lang="en-US" sz="2200" dirty="0"/>
              <a:t>** to display the character </a:t>
            </a:r>
            <a:r>
              <a:rPr lang="en-US" sz="2200" b="1" dirty="0"/>
              <a:t>A </a:t>
            </a:r>
            <a:r>
              <a:rPr lang="en-US" sz="2200" dirty="0"/>
              <a:t>on the screen, a program sends the ASCII code </a:t>
            </a:r>
            <a:r>
              <a:rPr lang="en-US" sz="2200" b="1" dirty="0"/>
              <a:t>41h</a:t>
            </a:r>
            <a:r>
              <a:rPr lang="en-US" sz="2200" dirty="0"/>
              <a:t> to the screen.</a:t>
            </a:r>
          </a:p>
          <a:p>
            <a:pPr marL="511175" lvl="0" indent="-511175" defTabSz="554990"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lang="en-US" sz="2200" dirty="0"/>
              <a:t>If we type </a:t>
            </a:r>
            <a:r>
              <a:rPr lang="en-US" sz="2200" b="1" dirty="0"/>
              <a:t>“RG 2z” </a:t>
            </a:r>
            <a:r>
              <a:rPr lang="en-US" sz="2200" dirty="0"/>
              <a:t>in computer, it will process like following:</a:t>
            </a:r>
          </a:p>
        </p:txBody>
      </p:sp>
      <p:graphicFrame>
        <p:nvGraphicFramePr>
          <p:cNvPr id="8" name="Table 150">
            <a:extLst>
              <a:ext uri="{FF2B5EF4-FFF2-40B4-BE49-F238E27FC236}">
                <a16:creationId xmlns:a16="http://schemas.microsoft.com/office/drawing/2014/main" id="{EBC6D7F1-ACD0-4711-9F61-F920CF6E2B6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727503696"/>
              </p:ext>
            </p:extLst>
          </p:nvPr>
        </p:nvGraphicFramePr>
        <p:xfrm>
          <a:off x="865164" y="3675968"/>
          <a:ext cx="7413672" cy="2621280"/>
        </p:xfrm>
        <a:graphic>
          <a:graphicData uri="http://schemas.openxmlformats.org/drawingml/2006/table">
            <a:tbl>
              <a:tblPr/>
              <a:tblGrid>
                <a:gridCol w="148389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192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1330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9722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97868">
                <a:tc>
                  <a:txBody>
                    <a:bodyPr/>
                    <a:lstStyle/>
                    <a:p>
                      <a:pPr lvl="0" algn="ctr"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2200" b="1" dirty="0">
                          <a:solidFill>
                            <a:schemeClr val="bg1"/>
                          </a:solidFill>
                        </a:rPr>
                        <a:t>Address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  <a:miter lim="400000"/>
                    </a:lnL>
                    <a:lnT w="12700">
                      <a:solidFill>
                        <a:srgbClr val="D6D6D6"/>
                      </a:solidFill>
                      <a:miter lim="400000"/>
                    </a:lnT>
                    <a:solidFill>
                      <a:schemeClr val="accent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2200" b="1" dirty="0">
                          <a:solidFill>
                            <a:schemeClr val="bg1"/>
                          </a:solidFill>
                        </a:rPr>
                        <a:t>Character</a:t>
                      </a:r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  <a:miter lim="400000"/>
                    </a:lnT>
                    <a:solidFill>
                      <a:schemeClr val="accent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2200" b="1" dirty="0">
                          <a:solidFill>
                            <a:schemeClr val="bg1"/>
                          </a:solidFill>
                        </a:rPr>
                        <a:t>ASCII Code</a:t>
                      </a:r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  <a:miter lim="400000"/>
                    </a:lnT>
                    <a:solidFill>
                      <a:schemeClr val="accent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2200" b="1" dirty="0">
                          <a:solidFill>
                            <a:schemeClr val="bg1"/>
                          </a:solidFill>
                        </a:rPr>
                        <a:t>Content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  <a:miter lim="400000"/>
                    </a:lnR>
                    <a:lnT w="12700">
                      <a:solidFill>
                        <a:srgbClr val="D6D6D6"/>
                      </a:solidFill>
                      <a:miter lim="400000"/>
                    </a:lnT>
                    <a:solidFill>
                      <a:schemeClr val="accent2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9124">
                <a:tc>
                  <a:txBody>
                    <a:bodyPr/>
                    <a:lstStyle/>
                    <a:p>
                      <a:pPr lvl="0" algn="ctr"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2200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lvl="0" algn="ctr"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2200" b="1" dirty="0">
                          <a:solidFill>
                            <a:schemeClr val="tx1"/>
                          </a:solidFill>
                        </a:rPr>
                        <a:t>R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lvl="0" algn="ctr"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2200" b="1" dirty="0">
                          <a:solidFill>
                            <a:schemeClr val="tx1"/>
                          </a:solidFill>
                        </a:rPr>
                        <a:t>52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lvl="0" algn="ctr"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0</a:t>
                      </a:r>
                      <a:r>
                        <a:rPr sz="2200" b="1" dirty="0">
                          <a:solidFill>
                            <a:schemeClr val="tx1"/>
                          </a:solidFill>
                        </a:rPr>
                        <a:t>101 0</a:t>
                      </a:r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0</a:t>
                      </a:r>
                      <a:r>
                        <a:rPr sz="2200" b="1" dirty="0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  <a:miter lim="400000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7868">
                <a:tc>
                  <a:txBody>
                    <a:bodyPr/>
                    <a:lstStyle/>
                    <a:p>
                      <a:pPr lvl="0" algn="ctr"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2200" b="1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  <a:miter lim="400000"/>
                    </a:lnL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2200" b="1" dirty="0">
                          <a:solidFill>
                            <a:schemeClr val="tx1"/>
                          </a:solidFill>
                        </a:rPr>
                        <a:t>G</a:t>
                      </a:r>
                    </a:p>
                  </a:txBody>
                  <a:tcPr marL="50800" marR="50800" marT="50800" marB="50800" anchor="ctr" horzOverflow="overflow"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2200" b="1" dirty="0">
                          <a:solidFill>
                            <a:schemeClr val="tx1"/>
                          </a:solidFill>
                        </a:rPr>
                        <a:t>47</a:t>
                      </a:r>
                    </a:p>
                  </a:txBody>
                  <a:tcPr marL="50800" marR="50800" marT="50800" marB="50800" anchor="ctr" horzOverflow="overflow"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2200" b="1" dirty="0">
                          <a:solidFill>
                            <a:schemeClr val="tx1"/>
                          </a:solidFill>
                        </a:rPr>
                        <a:t>0100 0111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  <a:miter lim="400000"/>
                    </a:lnR>
                    <a:solidFill>
                      <a:schemeClr val="bg2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7868">
                <a:tc>
                  <a:txBody>
                    <a:bodyPr/>
                    <a:lstStyle/>
                    <a:p>
                      <a:pPr lvl="0" algn="ctr"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2200" b="1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lvl="0" algn="ctr"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2200" b="1">
                          <a:solidFill>
                            <a:schemeClr val="tx1"/>
                          </a:solidFill>
                        </a:rPr>
                        <a:t>Space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lvl="0" algn="ctr"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2200" b="1" dirty="0">
                          <a:solidFill>
                            <a:schemeClr val="tx1"/>
                          </a:solidFill>
                        </a:rPr>
                        <a:t>20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lvl="0" algn="ctr"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2200" b="1" dirty="0">
                          <a:solidFill>
                            <a:schemeClr val="tx1"/>
                          </a:solidFill>
                        </a:rPr>
                        <a:t>0010 0000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  <a:miter lim="400000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7868">
                <a:tc>
                  <a:txBody>
                    <a:bodyPr/>
                    <a:lstStyle/>
                    <a:p>
                      <a:pPr lvl="0" algn="ctr"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2200" b="1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  <a:miter lim="400000"/>
                    </a:lnL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2200" b="1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 marL="50800" marR="50800" marT="50800" marB="50800" anchor="ctr" horzOverflow="overflow"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2200" b="1" dirty="0">
                          <a:solidFill>
                            <a:schemeClr val="tx1"/>
                          </a:solidFill>
                        </a:rPr>
                        <a:t>32</a:t>
                      </a:r>
                    </a:p>
                  </a:txBody>
                  <a:tcPr marL="50800" marR="50800" marT="50800" marB="50800" anchor="ctr" horzOverflow="overflow"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2200" b="1" dirty="0">
                          <a:solidFill>
                            <a:schemeClr val="tx1"/>
                          </a:solidFill>
                        </a:rPr>
                        <a:t>0011 0010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  <a:miter lim="400000"/>
                    </a:lnR>
                    <a:solidFill>
                      <a:schemeClr val="bg2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7868">
                <a:tc>
                  <a:txBody>
                    <a:bodyPr/>
                    <a:lstStyle/>
                    <a:p>
                      <a:pPr lvl="0" algn="ctr"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2200" b="1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6D6"/>
                      </a:solidFill>
                      <a:miter lim="400000"/>
                    </a:lnL>
                    <a:lnB w="12700">
                      <a:solidFill>
                        <a:srgbClr val="D6D6D6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lvl="0" algn="ctr"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2200" b="1">
                          <a:solidFill>
                            <a:schemeClr val="tx1"/>
                          </a:solidFill>
                        </a:rPr>
                        <a:t>z</a:t>
                      </a: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lvl="0" algn="ctr"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2200" b="1">
                          <a:solidFill>
                            <a:schemeClr val="tx1"/>
                          </a:solidFill>
                        </a:rPr>
                        <a:t>7A</a:t>
                      </a: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lvl="0" algn="ctr"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2200" b="1" dirty="0">
                          <a:solidFill>
                            <a:schemeClr val="tx1"/>
                          </a:solidFill>
                        </a:rPr>
                        <a:t>0111 1010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  <a:miter lim="400000"/>
                    </a:lnR>
                    <a:lnB w="12700">
                      <a:solidFill>
                        <a:srgbClr val="D6D6D6"/>
                      </a:solidFill>
                      <a:miter lim="400000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9309798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Topic Heading..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Task: String Processing in a Computer</a:t>
            </a:r>
            <a:endParaRPr lang="en-FI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059D83B-9E1C-4A61-964D-01E047EDA088}"/>
              </a:ext>
            </a:extLst>
          </p:cNvPr>
          <p:cNvSpPr/>
          <p:nvPr/>
        </p:nvSpPr>
        <p:spPr>
          <a:xfrm>
            <a:off x="576775" y="2551837"/>
            <a:ext cx="7160455" cy="178510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71500" lvl="0" indent="-571500"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lang="en-US" sz="2200" dirty="0"/>
              <a:t>If we want to print </a:t>
            </a:r>
            <a:r>
              <a:rPr lang="en-US" sz="2200" b="1" dirty="0"/>
              <a:t>“Hello World”</a:t>
            </a:r>
            <a:r>
              <a:rPr lang="en-US" sz="2200" dirty="0"/>
              <a:t> on the screen, How the memory will look like ?</a:t>
            </a:r>
          </a:p>
          <a:p>
            <a:pPr lvl="0">
              <a:defRPr sz="1800">
                <a:solidFill>
                  <a:srgbClr val="000000"/>
                </a:solidFill>
              </a:defRPr>
            </a:pPr>
            <a:endParaRPr lang="en-US" sz="2200" dirty="0"/>
          </a:p>
          <a:p>
            <a:pPr marL="571500" lvl="0" indent="-571500"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lang="en-US" sz="2200" dirty="0"/>
              <a:t>[</a:t>
            </a:r>
            <a:r>
              <a:rPr lang="en-US" sz="2200" b="1" dirty="0"/>
              <a:t>Hint</a:t>
            </a:r>
            <a:r>
              <a:rPr lang="en-US" sz="2200" dirty="0"/>
              <a:t>: Find ASCII code, content of string from       the ASCII table and order them in a address sequence].</a:t>
            </a:r>
          </a:p>
        </p:txBody>
      </p:sp>
    </p:spTree>
    <p:extLst>
      <p:ext uri="{BB962C8B-B14F-4D97-AF65-F5344CB8AC3E}">
        <p14:creationId xmlns:p14="http://schemas.microsoft.com/office/powerpoint/2010/main" val="313215458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335494" y="595100"/>
            <a:ext cx="3232896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Books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2944A7F-5AE5-EC49-82AF-722C8C8F62C6}"/>
              </a:ext>
            </a:extLst>
          </p:cNvPr>
          <p:cNvSpPr txBox="1"/>
          <p:nvPr/>
        </p:nvSpPr>
        <p:spPr>
          <a:xfrm>
            <a:off x="525529" y="2435897"/>
            <a:ext cx="8092942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000" dirty="0"/>
              <a:t>Assembly Language  Programing and Organization of the IBM PC</a:t>
            </a:r>
          </a:p>
          <a:p>
            <a:endParaRPr lang="en-US" sz="4000" dirty="0"/>
          </a:p>
          <a:p>
            <a:pPr algn="ctr"/>
            <a:r>
              <a:rPr lang="en-US" sz="2400" dirty="0"/>
              <a:t> </a:t>
            </a:r>
            <a:r>
              <a:rPr lang="en-US" sz="2400" dirty="0" err="1"/>
              <a:t>Ytha</a:t>
            </a:r>
            <a:r>
              <a:rPr lang="en-US" sz="2400" dirty="0"/>
              <a:t> Yu</a:t>
            </a:r>
          </a:p>
          <a:p>
            <a:pPr algn="ctr"/>
            <a:r>
              <a:rPr lang="en-US" sz="2400" dirty="0"/>
              <a:t>Charles </a:t>
            </a:r>
            <a:r>
              <a:rPr lang="en-US" sz="2400" dirty="0" err="1"/>
              <a:t>Marut</a:t>
            </a:r>
            <a:r>
              <a:rPr lang="en-US" sz="2400" dirty="0"/>
              <a:t> </a:t>
            </a:r>
            <a:endParaRPr lang="en-FI" sz="2400" dirty="0"/>
          </a:p>
        </p:txBody>
      </p:sp>
    </p:spTree>
    <p:extLst>
      <p:ext uri="{BB962C8B-B14F-4D97-AF65-F5344CB8AC3E}">
        <p14:creationId xmlns:p14="http://schemas.microsoft.com/office/powerpoint/2010/main" val="192338237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335494" y="595100"/>
            <a:ext cx="3232896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References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6CD2EA8-B54C-CE4F-A943-BFB367453E0E}"/>
              </a:ext>
            </a:extLst>
          </p:cNvPr>
          <p:cNvSpPr txBox="1"/>
          <p:nvPr/>
        </p:nvSpPr>
        <p:spPr>
          <a:xfrm>
            <a:off x="335494" y="1859339"/>
            <a:ext cx="8200899" cy="45243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Number Systems Introduction - Decimal, Binary, Octal, Hexadecimal &amp; Conversions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dirty="0">
                <a:hlinkClick r:id="rId2"/>
              </a:rPr>
              <a:t>https://www.youtube.com/watch?v=L2zsmYaI5ww&amp;t=1435s</a:t>
            </a:r>
            <a:r>
              <a:rPr lang="en-US" dirty="0"/>
              <a:t> 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Hex Addition, Subtraction 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dirty="0">
                <a:hlinkClick r:id="rId3"/>
              </a:rPr>
              <a:t>https://www.youtube.com/watch?v=y0B6tuC6niE</a:t>
            </a:r>
            <a:endParaRPr lang="en-US" dirty="0"/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dirty="0">
                <a:hlinkClick r:id="rId4"/>
              </a:rPr>
              <a:t>https://www.youtube.com/watch?v=3mV7q3_OAGM</a:t>
            </a:r>
            <a:endParaRPr lang="en-US" dirty="0"/>
          </a:p>
          <a:p>
            <a:pPr marL="1200150" lvl="2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Binary Addition , Subtraction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dirty="0">
                <a:hlinkClick r:id="rId5"/>
              </a:rPr>
              <a:t>https://www.youtube.com/watch?v=TaQS3qSDXV0</a:t>
            </a:r>
            <a:endParaRPr lang="en-US" dirty="0"/>
          </a:p>
          <a:p>
            <a:pPr marL="1200150" lvl="2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Two’s Complement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dirty="0">
                <a:hlinkClick r:id="rId6"/>
              </a:rPr>
              <a:t>https://www.youtube.com/watch?v=_7RK3rsfQ8w</a:t>
            </a:r>
            <a:endParaRPr lang="en-US" dirty="0"/>
          </a:p>
          <a:p>
            <a:pPr marL="1200150" lvl="2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ASCII Code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dirty="0">
                <a:hlinkClick r:id="rId7"/>
              </a:rPr>
              <a:t>https://www.youtube.com/watch?v=KYEDJChGxh8</a:t>
            </a:r>
            <a:endParaRPr lang="en-US" dirty="0"/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dirty="0"/>
              <a:t> youtube.com/</a:t>
            </a:r>
            <a:r>
              <a:rPr lang="en-US" dirty="0" err="1"/>
              <a:t>watch?v</a:t>
            </a:r>
            <a:r>
              <a:rPr lang="en-US" dirty="0"/>
              <a:t>=5aJKKgSEUnY </a:t>
            </a:r>
          </a:p>
        </p:txBody>
      </p:sp>
    </p:spTree>
    <p:extLst>
      <p:ext uri="{BB962C8B-B14F-4D97-AF65-F5344CB8AC3E}">
        <p14:creationId xmlns:p14="http://schemas.microsoft.com/office/powerpoint/2010/main" val="3224969828"/>
      </p:ext>
    </p:extLst>
  </p:cSld>
  <p:clrMapOvr>
    <a:masterClrMapping/>
  </p:clrMapOvr>
</p:sld>
</file>

<file path=ppt/theme/theme1.xml><?xml version="1.0" encoding="utf-8"?>
<a:theme xmlns:a="http://schemas.openxmlformats.org/drawingml/2006/main" name="Spectrum">
  <a:themeElements>
    <a:clrScheme name="Blue Warm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Spectrum">
      <a:majorFont>
        <a:latin typeface="Corbel"/>
        <a:ea typeface=""/>
        <a:cs typeface=""/>
        <a:font script="Jpan" typeface="ＭＳ ゴシック"/>
        <a:font script="Hans" typeface="宋体"/>
        <a:font script="Hant" typeface="新細明體"/>
      </a:majorFont>
      <a:minorFont>
        <a:latin typeface="Calibri"/>
        <a:ea typeface=""/>
        <a:cs typeface=""/>
        <a:font script="Jpan" typeface="ＭＳ ゴシック"/>
        <a:font script="Hans" typeface="宋体"/>
        <a:font script="Hant" typeface="新細明體"/>
      </a:minorFont>
    </a:fontScheme>
    <a:fmtScheme name="Spectrum">
      <a: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70000"/>
                <a:satMod val="150000"/>
              </a:schemeClr>
            </a:gs>
            <a:gs pos="100000">
              <a:schemeClr val="phClr">
                <a:tint val="95000"/>
                <a:satMod val="1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95000"/>
                <a:shade val="70000"/>
                <a:satMod val="150000"/>
              </a:schemeClr>
            </a:gs>
            <a:gs pos="100000">
              <a:schemeClr val="phClr">
                <a:tint val="100000"/>
                <a:shade val="100000"/>
                <a:satMod val="150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6600000" sx="101000" sy="101000" rotWithShape="0">
              <a:srgbClr val="000000">
                <a:alpha val="75000"/>
              </a:srgbClr>
            </a:outerShdw>
          </a:effectLst>
        </a:effectStyle>
        <a:effectStyle>
          <a:effectLst>
            <a:outerShdw blurRad="50800" dir="5400000" sx="105000" sy="105000" algn="ctr" rotWithShape="0">
              <a:srgbClr val="000000">
                <a:alpha val="4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4800000"/>
            </a:lightRig>
          </a:scene3d>
          <a:sp3d prstMaterial="matte">
            <a:bevelT w="63500" h="50800" prst="angle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Spectrum.thmx</Template>
  <TotalTime>438</TotalTime>
  <Words>1874</Words>
  <Application>Microsoft Office PowerPoint</Application>
  <PresentationFormat>On-screen Show (4:3)</PresentationFormat>
  <Paragraphs>333</Paragraphs>
  <Slides>39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5" baseType="lpstr">
      <vt:lpstr>Arial</vt:lpstr>
      <vt:lpstr>Calibri</vt:lpstr>
      <vt:lpstr>Century Gothic</vt:lpstr>
      <vt:lpstr>Corbel</vt:lpstr>
      <vt:lpstr>Wingdings</vt:lpstr>
      <vt:lpstr>Spectrum</vt:lpstr>
      <vt:lpstr>Representation of Numbers and Characters</vt:lpstr>
      <vt:lpstr>Lecture Outline</vt:lpstr>
      <vt:lpstr>Number System</vt:lpstr>
      <vt:lpstr>Number System</vt:lpstr>
      <vt:lpstr>Number System</vt:lpstr>
      <vt:lpstr>Number System</vt:lpstr>
      <vt:lpstr>Number System</vt:lpstr>
      <vt:lpstr>Number System</vt:lpstr>
      <vt:lpstr>Conversion Between Number Systems</vt:lpstr>
      <vt:lpstr>Conversion Between Number Systems</vt:lpstr>
      <vt:lpstr>Conversion Between Number Systems</vt:lpstr>
      <vt:lpstr>Conversion Between Number Systems</vt:lpstr>
      <vt:lpstr>Conversion Between Number Systems</vt:lpstr>
      <vt:lpstr>Conversion Between Number Systems</vt:lpstr>
      <vt:lpstr>Conversion Between Number Systems</vt:lpstr>
      <vt:lpstr>Conversion Between Number Systems</vt:lpstr>
      <vt:lpstr>Addition and Subtraction</vt:lpstr>
      <vt:lpstr>Addition and Subtraction</vt:lpstr>
      <vt:lpstr>Addition and Subtraction</vt:lpstr>
      <vt:lpstr>Addition and Subtraction</vt:lpstr>
      <vt:lpstr>Addition and Subtraction</vt:lpstr>
      <vt:lpstr>Addition and Subtraction</vt:lpstr>
      <vt:lpstr>Addition and Subtraction</vt:lpstr>
      <vt:lpstr>Addition and Subtraction</vt:lpstr>
      <vt:lpstr>Addition and Subtraction</vt:lpstr>
      <vt:lpstr>Integer Representation  in computer</vt:lpstr>
      <vt:lpstr>Integer Representation  in computer</vt:lpstr>
      <vt:lpstr>Integer Representation  in computer</vt:lpstr>
      <vt:lpstr>Integer Representation  in computer</vt:lpstr>
      <vt:lpstr>Integer Representation  in computer</vt:lpstr>
      <vt:lpstr>Integer Representation  in computer</vt:lpstr>
      <vt:lpstr>Integer Representation  in computer</vt:lpstr>
      <vt:lpstr>Integer Representation  in computer</vt:lpstr>
      <vt:lpstr>Integer Representation  in computer</vt:lpstr>
      <vt:lpstr>ASCII Code</vt:lpstr>
      <vt:lpstr>ASCII Code</vt:lpstr>
      <vt:lpstr>Topic Heading..</vt:lpstr>
      <vt:lpstr>PowerPoint Presentation</vt:lpstr>
      <vt:lpstr>PowerPoint Presentation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Thesis Title</dc:title>
  <dc:creator>Mahbubul Syeed</dc:creator>
  <cp:lastModifiedBy>Faruk Abdullah</cp:lastModifiedBy>
  <cp:revision>28</cp:revision>
  <dcterms:created xsi:type="dcterms:W3CDTF">2018-12-10T17:20:29Z</dcterms:created>
  <dcterms:modified xsi:type="dcterms:W3CDTF">2023-06-02T14:55:35Z</dcterms:modified>
</cp:coreProperties>
</file>