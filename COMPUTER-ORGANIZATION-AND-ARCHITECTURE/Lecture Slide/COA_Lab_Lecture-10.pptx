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55" r:id="rId4"/>
    <p:sldId id="367" r:id="rId5"/>
    <p:sldId id="368" r:id="rId6"/>
    <p:sldId id="369" r:id="rId7"/>
    <p:sldId id="370" r:id="rId8"/>
    <p:sldId id="377" r:id="rId9"/>
    <p:sldId id="371" r:id="rId10"/>
    <p:sldId id="372" r:id="rId11"/>
    <p:sldId id="373" r:id="rId12"/>
    <p:sldId id="374" r:id="rId13"/>
    <p:sldId id="375" r:id="rId14"/>
    <p:sldId id="376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ISMAIL HOSSEN" userId="a4e88416-0835-49b4-bf11-1bffe063ddad" providerId="ADAL" clId="{438F1AE2-1717-4167-A40E-551D8B80B1C4}"/>
    <pc:docChg chg="undo custSel addSld delSld modSld">
      <pc:chgData name="MD. ISMAIL HOSSEN" userId="a4e88416-0835-49b4-bf11-1bffe063ddad" providerId="ADAL" clId="{438F1AE2-1717-4167-A40E-551D8B80B1C4}" dt="2020-04-28T15:26:22.015" v="1300" actId="20577"/>
      <pc:docMkLst>
        <pc:docMk/>
      </pc:docMkLst>
      <pc:sldChg chg="modSp">
        <pc:chgData name="MD. ISMAIL HOSSEN" userId="a4e88416-0835-49b4-bf11-1bffe063ddad" providerId="ADAL" clId="{438F1AE2-1717-4167-A40E-551D8B80B1C4}" dt="2020-04-28T09:02:38.498" v="0"/>
        <pc:sldMkLst>
          <pc:docMk/>
          <pc:sldMk cId="700707328" sldId="256"/>
        </pc:sldMkLst>
        <pc:spChg chg="mod">
          <ac:chgData name="MD. ISMAIL HOSSEN" userId="a4e88416-0835-49b4-bf11-1bffe063ddad" providerId="ADAL" clId="{438F1AE2-1717-4167-A40E-551D8B80B1C4}" dt="2020-04-28T09:02:38.498" v="0"/>
          <ac:spMkLst>
            <pc:docMk/>
            <pc:sldMk cId="700707328" sldId="256"/>
            <ac:spMk id="2" creationId="{00000000-0000-0000-0000-000000000000}"/>
          </ac:spMkLst>
        </pc:spChg>
      </pc:sldChg>
      <pc:sldChg chg="modSp">
        <pc:chgData name="MD. ISMAIL HOSSEN" userId="a4e88416-0835-49b4-bf11-1bffe063ddad" providerId="ADAL" clId="{438F1AE2-1717-4167-A40E-551D8B80B1C4}" dt="2020-04-28T09:04:48.334" v="50"/>
        <pc:sldMkLst>
          <pc:docMk/>
          <pc:sldMk cId="424874041" sldId="257"/>
        </pc:sldMkLst>
        <pc:spChg chg="mod">
          <ac:chgData name="MD. ISMAIL HOSSEN" userId="a4e88416-0835-49b4-bf11-1bffe063ddad" providerId="ADAL" clId="{438F1AE2-1717-4167-A40E-551D8B80B1C4}" dt="2020-04-28T09:03:02.116" v="8" actId="20577"/>
          <ac:spMkLst>
            <pc:docMk/>
            <pc:sldMk cId="424874041" sldId="257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09:04:48.334" v="50"/>
          <ac:spMkLst>
            <pc:docMk/>
            <pc:sldMk cId="424874041" sldId="257"/>
            <ac:spMk id="3" creationId="{00000000-0000-0000-0000-000000000000}"/>
          </ac:spMkLst>
        </pc:spChg>
      </pc:sldChg>
      <pc:sldChg chg="add del">
        <pc:chgData name="MD. ISMAIL HOSSEN" userId="a4e88416-0835-49b4-bf11-1bffe063ddad" providerId="ADAL" clId="{438F1AE2-1717-4167-A40E-551D8B80B1C4}" dt="2020-04-28T13:25:42.690" v="371" actId="2696"/>
        <pc:sldMkLst>
          <pc:docMk/>
          <pc:sldMk cId="1923382373" sldId="264"/>
        </pc:sldMkLst>
      </pc:sldChg>
      <pc:sldChg chg="modSp">
        <pc:chgData name="MD. ISMAIL HOSSEN" userId="a4e88416-0835-49b4-bf11-1bffe063ddad" providerId="ADAL" clId="{438F1AE2-1717-4167-A40E-551D8B80B1C4}" dt="2020-04-28T15:26:22.015" v="1300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438F1AE2-1717-4167-A40E-551D8B80B1C4}" dt="2020-04-28T15:26:22.015" v="1300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modSp add">
        <pc:chgData name="MD. ISMAIL HOSSEN" userId="a4e88416-0835-49b4-bf11-1bffe063ddad" providerId="ADAL" clId="{438F1AE2-1717-4167-A40E-551D8B80B1C4}" dt="2020-04-28T09:12:41.337" v="181" actId="20577"/>
        <pc:sldMkLst>
          <pc:docMk/>
          <pc:sldMk cId="2705342782" sldId="355"/>
        </pc:sldMkLst>
        <pc:spChg chg="mod">
          <ac:chgData name="MD. ISMAIL HOSSEN" userId="a4e88416-0835-49b4-bf11-1bffe063ddad" providerId="ADAL" clId="{438F1AE2-1717-4167-A40E-551D8B80B1C4}" dt="2020-04-28T09:08:14.067" v="71" actId="20577"/>
          <ac:spMkLst>
            <pc:docMk/>
            <pc:sldMk cId="2705342782" sldId="355"/>
            <ac:spMk id="2" creationId="{00000000-0000-0000-0000-000000000000}"/>
          </ac:spMkLst>
        </pc:spChg>
        <pc:spChg chg="mod">
          <ac:chgData name="MD. ISMAIL HOSSEN" userId="a4e88416-0835-49b4-bf11-1bffe063ddad" providerId="ADAL" clId="{438F1AE2-1717-4167-A40E-551D8B80B1C4}" dt="2020-04-28T09:08:21.530" v="101" actId="20577"/>
          <ac:spMkLst>
            <pc:docMk/>
            <pc:sldMk cId="2705342782" sldId="355"/>
            <ac:spMk id="7" creationId="{1C4C160C-F333-46D6-985E-F7B208358227}"/>
          </ac:spMkLst>
        </pc:spChg>
        <pc:spChg chg="mod">
          <ac:chgData name="MD. ISMAIL HOSSEN" userId="a4e88416-0835-49b4-bf11-1bffe063ddad" providerId="ADAL" clId="{438F1AE2-1717-4167-A40E-551D8B80B1C4}" dt="2020-04-28T09:12:41.337" v="181" actId="20577"/>
          <ac:spMkLst>
            <pc:docMk/>
            <pc:sldMk cId="2705342782" sldId="355"/>
            <ac:spMk id="8" creationId="{0FA58B4A-2FCF-47F8-A2F6-D980B08EB9FC}"/>
          </ac:spMkLst>
        </pc:spChg>
      </pc:sldChg>
    </pc:docChg>
  </pc:docChgLst>
  <pc:docChgLst>
    <pc:chgData name="Faruk Abdullah" userId="e52374dd587ef96a" providerId="LiveId" clId="{35D8DAC1-B5CE-4F0C-9D5F-890704F5E636}"/>
    <pc:docChg chg="modSld">
      <pc:chgData name="Faruk Abdullah" userId="e52374dd587ef96a" providerId="LiveId" clId="{35D8DAC1-B5CE-4F0C-9D5F-890704F5E636}" dt="2023-07-25T09:56:48.891" v="11" actId="14734"/>
      <pc:docMkLst>
        <pc:docMk/>
      </pc:docMkLst>
      <pc:sldChg chg="modSp mod">
        <pc:chgData name="Faruk Abdullah" userId="e52374dd587ef96a" providerId="LiveId" clId="{35D8DAC1-B5CE-4F0C-9D5F-890704F5E636}" dt="2023-07-25T09:56:48.891" v="11" actId="14734"/>
        <pc:sldMkLst>
          <pc:docMk/>
          <pc:sldMk cId="700707328" sldId="256"/>
        </pc:sldMkLst>
        <pc:graphicFrameChg chg="modGraphic">
          <ac:chgData name="Faruk Abdullah" userId="e52374dd587ef96a" providerId="LiveId" clId="{35D8DAC1-B5CE-4F0C-9D5F-890704F5E636}" dt="2023-07-25T09:56:48.891" v="11" actId="14734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D. ISMAIL HOSSEN" userId="a4e88416-0835-49b4-bf11-1bffe063ddad" providerId="ADAL" clId="{1DAA76ED-0694-4814-896A-CED30A16B4CC}"/>
    <pc:docChg chg="custSel addSld modSld">
      <pc:chgData name="MD. ISMAIL HOSSEN" userId="a4e88416-0835-49b4-bf11-1bffe063ddad" providerId="ADAL" clId="{1DAA76ED-0694-4814-896A-CED30A16B4CC}" dt="2020-04-28T19:56:35.254" v="250" actId="113"/>
      <pc:docMkLst>
        <pc:docMk/>
      </pc:docMkLst>
      <pc:sldChg chg="modSp">
        <pc:chgData name="MD. ISMAIL HOSSEN" userId="a4e88416-0835-49b4-bf11-1bffe063ddad" providerId="ADAL" clId="{1DAA76ED-0694-4814-896A-CED30A16B4CC}" dt="2020-04-28T19:56:35.254" v="250" actId="113"/>
        <pc:sldMkLst>
          <pc:docMk/>
          <pc:sldMk cId="3757390867" sldId="370"/>
        </pc:sldMkLst>
        <pc:spChg chg="mod">
          <ac:chgData name="MD. ISMAIL HOSSEN" userId="a4e88416-0835-49b4-bf11-1bffe063ddad" providerId="ADAL" clId="{1DAA76ED-0694-4814-896A-CED30A16B4CC}" dt="2020-04-28T19:56:35.254" v="250" actId="113"/>
          <ac:spMkLst>
            <pc:docMk/>
            <pc:sldMk cId="3757390867" sldId="370"/>
            <ac:spMk id="8" creationId="{0FA58B4A-2FCF-47F8-A2F6-D980B08EB9FC}"/>
          </ac:spMkLst>
        </pc:spChg>
      </pc:sldChg>
      <pc:sldChg chg="modSp">
        <pc:chgData name="MD. ISMAIL HOSSEN" userId="a4e88416-0835-49b4-bf11-1bffe063ddad" providerId="ADAL" clId="{1DAA76ED-0694-4814-896A-CED30A16B4CC}" dt="2020-04-28T19:55:43.325" v="239" actId="20577"/>
        <pc:sldMkLst>
          <pc:docMk/>
          <pc:sldMk cId="1550889108" sldId="371"/>
        </pc:sldMkLst>
        <pc:spChg chg="mod">
          <ac:chgData name="MD. ISMAIL HOSSEN" userId="a4e88416-0835-49b4-bf11-1bffe063ddad" providerId="ADAL" clId="{1DAA76ED-0694-4814-896A-CED30A16B4CC}" dt="2020-04-28T19:55:43.325" v="239" actId="20577"/>
          <ac:spMkLst>
            <pc:docMk/>
            <pc:sldMk cId="1550889108" sldId="371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1DAA76ED-0694-4814-896A-CED30A16B4CC}" dt="2020-04-28T19:55:52.793" v="241" actId="20577"/>
        <pc:sldMkLst>
          <pc:docMk/>
          <pc:sldMk cId="860668904" sldId="372"/>
        </pc:sldMkLst>
        <pc:spChg chg="mod">
          <ac:chgData name="MD. ISMAIL HOSSEN" userId="a4e88416-0835-49b4-bf11-1bffe063ddad" providerId="ADAL" clId="{1DAA76ED-0694-4814-896A-CED30A16B4CC}" dt="2020-04-28T19:55:52.793" v="241" actId="20577"/>
          <ac:spMkLst>
            <pc:docMk/>
            <pc:sldMk cId="860668904" sldId="372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1DAA76ED-0694-4814-896A-CED30A16B4CC}" dt="2020-04-28T19:55:59.744" v="243" actId="20577"/>
        <pc:sldMkLst>
          <pc:docMk/>
          <pc:sldMk cId="1628009441" sldId="373"/>
        </pc:sldMkLst>
        <pc:spChg chg="mod">
          <ac:chgData name="MD. ISMAIL HOSSEN" userId="a4e88416-0835-49b4-bf11-1bffe063ddad" providerId="ADAL" clId="{1DAA76ED-0694-4814-896A-CED30A16B4CC}" dt="2020-04-28T19:55:59.744" v="243" actId="20577"/>
          <ac:spMkLst>
            <pc:docMk/>
            <pc:sldMk cId="1628009441" sldId="373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1DAA76ED-0694-4814-896A-CED30A16B4CC}" dt="2020-04-28T19:56:06.118" v="245" actId="20577"/>
        <pc:sldMkLst>
          <pc:docMk/>
          <pc:sldMk cId="2403014353" sldId="374"/>
        </pc:sldMkLst>
        <pc:spChg chg="mod">
          <ac:chgData name="MD. ISMAIL HOSSEN" userId="a4e88416-0835-49b4-bf11-1bffe063ddad" providerId="ADAL" clId="{1DAA76ED-0694-4814-896A-CED30A16B4CC}" dt="2020-04-28T19:56:06.118" v="245" actId="20577"/>
          <ac:spMkLst>
            <pc:docMk/>
            <pc:sldMk cId="2403014353" sldId="374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1DAA76ED-0694-4814-896A-CED30A16B4CC}" dt="2020-04-28T19:56:13.749" v="247" actId="20577"/>
        <pc:sldMkLst>
          <pc:docMk/>
          <pc:sldMk cId="2929636391" sldId="375"/>
        </pc:sldMkLst>
        <pc:spChg chg="mod">
          <ac:chgData name="MD. ISMAIL HOSSEN" userId="a4e88416-0835-49b4-bf11-1bffe063ddad" providerId="ADAL" clId="{1DAA76ED-0694-4814-896A-CED30A16B4CC}" dt="2020-04-28T19:56:13.749" v="247" actId="20577"/>
          <ac:spMkLst>
            <pc:docMk/>
            <pc:sldMk cId="2929636391" sldId="375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1DAA76ED-0694-4814-896A-CED30A16B4CC}" dt="2020-04-28T19:56:21.168" v="249" actId="20577"/>
        <pc:sldMkLst>
          <pc:docMk/>
          <pc:sldMk cId="573564246" sldId="376"/>
        </pc:sldMkLst>
        <pc:spChg chg="mod">
          <ac:chgData name="MD. ISMAIL HOSSEN" userId="a4e88416-0835-49b4-bf11-1bffe063ddad" providerId="ADAL" clId="{1DAA76ED-0694-4814-896A-CED30A16B4CC}" dt="2020-04-28T19:56:21.168" v="249" actId="20577"/>
          <ac:spMkLst>
            <pc:docMk/>
            <pc:sldMk cId="573564246" sldId="376"/>
            <ac:spMk id="7" creationId="{1C4C160C-F333-46D6-985E-F7B208358227}"/>
          </ac:spMkLst>
        </pc:spChg>
      </pc:sldChg>
      <pc:sldChg chg="modSp add">
        <pc:chgData name="MD. ISMAIL HOSSEN" userId="a4e88416-0835-49b4-bf11-1bffe063ddad" providerId="ADAL" clId="{1DAA76ED-0694-4814-896A-CED30A16B4CC}" dt="2020-04-28T19:55:38.507" v="237" actId="20577"/>
        <pc:sldMkLst>
          <pc:docMk/>
          <pc:sldMk cId="1956388191" sldId="377"/>
        </pc:sldMkLst>
        <pc:spChg chg="mod">
          <ac:chgData name="MD. ISMAIL HOSSEN" userId="a4e88416-0835-49b4-bf11-1bffe063ddad" providerId="ADAL" clId="{1DAA76ED-0694-4814-896A-CED30A16B4CC}" dt="2020-04-28T19:55:38.507" v="237" actId="20577"/>
          <ac:spMkLst>
            <pc:docMk/>
            <pc:sldMk cId="1956388191" sldId="377"/>
            <ac:spMk id="7" creationId="{1C4C160C-F333-46D6-985E-F7B208358227}"/>
          </ac:spMkLst>
        </pc:spChg>
      </pc:sldChg>
    </pc:docChg>
  </pc:docChgLst>
  <pc:docChgLst>
    <pc:chgData name="MD. ISMAIL HOSSEN" userId="a4e88416-0835-49b4-bf11-1bffe063ddad" providerId="ADAL" clId="{A0FBCE1D-33DF-4BA6-901F-82A1E3C2F1B6}"/>
    <pc:docChg chg="undo custSel addSld delSld modSld sldOrd">
      <pc:chgData name="MD. ISMAIL HOSSEN" userId="a4e88416-0835-49b4-bf11-1bffe063ddad" providerId="ADAL" clId="{A0FBCE1D-33DF-4BA6-901F-82A1E3C2F1B6}" dt="2020-04-27T11:17:59.019" v="2052"/>
      <pc:docMkLst>
        <pc:docMk/>
      </pc:docMkLst>
      <pc:sldChg chg="modSp">
        <pc:chgData name="MD. ISMAIL HOSSEN" userId="a4e88416-0835-49b4-bf11-1bffe063ddad" providerId="ADAL" clId="{A0FBCE1D-33DF-4BA6-901F-82A1E3C2F1B6}" dt="2020-04-26T08:30:59.680" v="8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A0FBCE1D-33DF-4BA6-901F-82A1E3C2F1B6}" dt="2020-04-26T08:30:59.680" v="8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A0FBCE1D-33DF-4BA6-901F-82A1E3C2F1B6}" dt="2020-04-26T08:30:38.514" v="7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A0FBCE1D-33DF-4BA6-901F-82A1E3C2F1B6}" dt="2020-04-26T10:00:21.817" v="150" actId="5793"/>
        <pc:sldMkLst>
          <pc:docMk/>
          <pc:sldMk cId="424874041" sldId="257"/>
        </pc:sldMkLst>
        <pc:spChg chg="mod">
          <ac:chgData name="MD. ISMAIL HOSSEN" userId="a4e88416-0835-49b4-bf11-1bffe063ddad" providerId="ADAL" clId="{A0FBCE1D-33DF-4BA6-901F-82A1E3C2F1B6}" dt="2020-04-26T10:00:21.817" v="150" actId="579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A0FBCE1D-33DF-4BA6-901F-82A1E3C2F1B6}" dt="2020-04-27T11:00:35.635" v="1879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A0FBCE1D-33DF-4BA6-901F-82A1E3C2F1B6}" dt="2020-04-27T11:00:35.635" v="1879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MD. ISMAIL HOSSEN" userId="a4e88416-0835-49b4-bf11-1bffe063ddad" providerId="ADAL" clId="{27B146D4-2E3D-4627-A7A2-6B6DA1B809FA}"/>
    <pc:docChg chg="undo custSel addSld delSld modSld">
      <pc:chgData name="MD. ISMAIL HOSSEN" userId="a4e88416-0835-49b4-bf11-1bffe063ddad" providerId="ADAL" clId="{27B146D4-2E3D-4627-A7A2-6B6DA1B809FA}" dt="2020-04-23T13:05:04.023" v="693" actId="14100"/>
      <pc:docMkLst>
        <pc:docMk/>
      </pc:docMkLst>
      <pc:sldChg chg="modSp">
        <pc:chgData name="MD. ISMAIL HOSSEN" userId="a4e88416-0835-49b4-bf11-1bffe063ddad" providerId="ADAL" clId="{27B146D4-2E3D-4627-A7A2-6B6DA1B809FA}" dt="2020-04-23T07:35:54.793" v="4"/>
        <pc:sldMkLst>
          <pc:docMk/>
          <pc:sldMk cId="700707328" sldId="256"/>
        </pc:sldMkLst>
        <pc:spChg chg="mod">
          <ac:chgData name="MD. ISMAIL HOSSEN" userId="a4e88416-0835-49b4-bf11-1bffe063ddad" providerId="ADAL" clId="{27B146D4-2E3D-4627-A7A2-6B6DA1B809FA}" dt="2020-04-23T07:35:54.793" v="4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27B146D4-2E3D-4627-A7A2-6B6DA1B809FA}" dt="2020-04-23T07:35:27.889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27B146D4-2E3D-4627-A7A2-6B6DA1B809FA}" dt="2020-04-23T07:43:40.829" v="45" actId="27636"/>
        <pc:sldMkLst>
          <pc:docMk/>
          <pc:sldMk cId="424874041" sldId="257"/>
        </pc:sldMkLst>
        <pc:spChg chg="mod">
          <ac:chgData name="MD. ISMAIL HOSSEN" userId="a4e88416-0835-49b4-bf11-1bffe063ddad" providerId="ADAL" clId="{27B146D4-2E3D-4627-A7A2-6B6DA1B809FA}" dt="2020-04-23T07:43:40.829" v="45" actId="27636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27B146D4-2E3D-4627-A7A2-6B6DA1B809FA}" dt="2020-04-23T09:34:50.582" v="526" actId="255"/>
        <pc:sldMkLst>
          <pc:docMk/>
          <pc:sldMk cId="1923382373" sldId="264"/>
        </pc:sldMkLst>
        <pc:spChg chg="mod">
          <ac:chgData name="MD. ISMAIL HOSSEN" userId="a4e88416-0835-49b4-bf11-1bffe063ddad" providerId="ADAL" clId="{27B146D4-2E3D-4627-A7A2-6B6DA1B809FA}" dt="2020-04-23T09:34:50.582" v="526" actId="255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27B146D4-2E3D-4627-A7A2-6B6DA1B809FA}" dt="2020-04-23T13:05:04.023" v="693" actId="14100"/>
        <pc:sldMkLst>
          <pc:docMk/>
          <pc:sldMk cId="3224969828" sldId="265"/>
        </pc:sldMkLst>
        <pc:spChg chg="mod">
          <ac:chgData name="MD. ISMAIL HOSSEN" userId="a4e88416-0835-49b4-bf11-1bffe063ddad" providerId="ADAL" clId="{27B146D4-2E3D-4627-A7A2-6B6DA1B809FA}" dt="2020-04-23T13:05:04.023" v="693" actId="14100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  <pc:docChgLst>
    <pc:chgData name="MD. ISMAIL HOSSEN" userId="a4e88416-0835-49b4-bf11-1bffe063ddad" providerId="ADAL" clId="{F0F3819D-44D9-423B-8A0C-2F5878DC8B0E}"/>
    <pc:docChg chg="custSel modSld">
      <pc:chgData name="MD. ISMAIL HOSSEN" userId="a4e88416-0835-49b4-bf11-1bffe063ddad" providerId="ADAL" clId="{F0F3819D-44D9-423B-8A0C-2F5878DC8B0E}" dt="2020-04-30T12:19:22.162" v="26" actId="20577"/>
      <pc:docMkLst>
        <pc:docMk/>
      </pc:docMkLst>
      <pc:sldChg chg="modSp">
        <pc:chgData name="MD. ISMAIL HOSSEN" userId="a4e88416-0835-49b4-bf11-1bffe063ddad" providerId="ADAL" clId="{F0F3819D-44D9-423B-8A0C-2F5878DC8B0E}" dt="2020-04-30T12:18:51.576" v="20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F0F3819D-44D9-423B-8A0C-2F5878DC8B0E}" dt="2020-04-30T12:18:44.549" v="18" actId="27636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D. ISMAIL HOSSEN" userId="a4e88416-0835-49b4-bf11-1bffe063ddad" providerId="ADAL" clId="{F0F3819D-44D9-423B-8A0C-2F5878DC8B0E}" dt="2020-04-30T12:18:51.576" v="20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F0F3819D-44D9-423B-8A0C-2F5878DC8B0E}" dt="2020-04-30T12:19:11.648" v="22" actId="20577"/>
        <pc:sldMkLst>
          <pc:docMk/>
          <pc:sldMk cId="3350387723" sldId="367"/>
        </pc:sldMkLst>
        <pc:spChg chg="mod">
          <ac:chgData name="MD. ISMAIL HOSSEN" userId="a4e88416-0835-49b4-bf11-1bffe063ddad" providerId="ADAL" clId="{F0F3819D-44D9-423B-8A0C-2F5878DC8B0E}" dt="2020-04-30T12:19:11.648" v="22" actId="20577"/>
          <ac:spMkLst>
            <pc:docMk/>
            <pc:sldMk cId="3350387723" sldId="367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F0F3819D-44D9-423B-8A0C-2F5878DC8B0E}" dt="2020-04-30T12:19:17.022" v="24" actId="20577"/>
        <pc:sldMkLst>
          <pc:docMk/>
          <pc:sldMk cId="2381534893" sldId="368"/>
        </pc:sldMkLst>
        <pc:spChg chg="mod">
          <ac:chgData name="MD. ISMAIL HOSSEN" userId="a4e88416-0835-49b4-bf11-1bffe063ddad" providerId="ADAL" clId="{F0F3819D-44D9-423B-8A0C-2F5878DC8B0E}" dt="2020-04-30T12:19:17.022" v="24" actId="20577"/>
          <ac:spMkLst>
            <pc:docMk/>
            <pc:sldMk cId="2381534893" sldId="368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F0F3819D-44D9-423B-8A0C-2F5878DC8B0E}" dt="2020-04-30T12:19:22.162" v="26" actId="20577"/>
        <pc:sldMkLst>
          <pc:docMk/>
          <pc:sldMk cId="4120095704" sldId="369"/>
        </pc:sldMkLst>
        <pc:spChg chg="mod">
          <ac:chgData name="MD. ISMAIL HOSSEN" userId="a4e88416-0835-49b4-bf11-1bffe063ddad" providerId="ADAL" clId="{F0F3819D-44D9-423B-8A0C-2F5878DC8B0E}" dt="2020-04-30T12:19:22.162" v="26" actId="20577"/>
          <ac:spMkLst>
            <pc:docMk/>
            <pc:sldMk cId="4120095704" sldId="369"/>
            <ac:spMk id="7" creationId="{1C4C160C-F333-46D6-985E-F7B208358227}"/>
          </ac:spMkLst>
        </pc:spChg>
      </pc:sldChg>
      <pc:sldChg chg="modSp">
        <pc:chgData name="MD. ISMAIL HOSSEN" userId="a4e88416-0835-49b4-bf11-1bffe063ddad" providerId="ADAL" clId="{F0F3819D-44D9-423B-8A0C-2F5878DC8B0E}" dt="2020-04-30T08:44:14.149" v="2" actId="113"/>
        <pc:sldMkLst>
          <pc:docMk/>
          <pc:sldMk cId="1550889108" sldId="371"/>
        </pc:sldMkLst>
        <pc:spChg chg="mod">
          <ac:chgData name="MD. ISMAIL HOSSEN" userId="a4e88416-0835-49b4-bf11-1bffe063ddad" providerId="ADAL" clId="{F0F3819D-44D9-423B-8A0C-2F5878DC8B0E}" dt="2020-04-30T08:44:14.149" v="2" actId="113"/>
          <ac:spMkLst>
            <pc:docMk/>
            <pc:sldMk cId="1550889108" sldId="371"/>
            <ac:spMk id="8" creationId="{0FA58B4A-2FCF-47F8-A2F6-D980B08EB9FC}"/>
          </ac:spMkLst>
        </pc:spChg>
      </pc:sldChg>
      <pc:sldChg chg="modSp">
        <pc:chgData name="MD. ISMAIL HOSSEN" userId="a4e88416-0835-49b4-bf11-1bffe063ddad" providerId="ADAL" clId="{F0F3819D-44D9-423B-8A0C-2F5878DC8B0E}" dt="2020-04-30T08:44:23.669" v="5" actId="113"/>
        <pc:sldMkLst>
          <pc:docMk/>
          <pc:sldMk cId="860668904" sldId="372"/>
        </pc:sldMkLst>
        <pc:spChg chg="mod">
          <ac:chgData name="MD. ISMAIL HOSSEN" userId="a4e88416-0835-49b4-bf11-1bffe063ddad" providerId="ADAL" clId="{F0F3819D-44D9-423B-8A0C-2F5878DC8B0E}" dt="2020-04-30T08:44:23.669" v="5" actId="113"/>
          <ac:spMkLst>
            <pc:docMk/>
            <pc:sldMk cId="860668904" sldId="372"/>
            <ac:spMk id="8" creationId="{0FA58B4A-2FCF-47F8-A2F6-D980B08EB9FC}"/>
          </ac:spMkLst>
        </pc:spChg>
      </pc:sldChg>
      <pc:sldChg chg="modSp">
        <pc:chgData name="MD. ISMAIL HOSSEN" userId="a4e88416-0835-49b4-bf11-1bffe063ddad" providerId="ADAL" clId="{F0F3819D-44D9-423B-8A0C-2F5878DC8B0E}" dt="2020-04-30T08:44:31.384" v="8" actId="113"/>
        <pc:sldMkLst>
          <pc:docMk/>
          <pc:sldMk cId="1628009441" sldId="373"/>
        </pc:sldMkLst>
        <pc:spChg chg="mod">
          <ac:chgData name="MD. ISMAIL HOSSEN" userId="a4e88416-0835-49b4-bf11-1bffe063ddad" providerId="ADAL" clId="{F0F3819D-44D9-423B-8A0C-2F5878DC8B0E}" dt="2020-04-30T08:44:31.384" v="8" actId="113"/>
          <ac:spMkLst>
            <pc:docMk/>
            <pc:sldMk cId="1628009441" sldId="373"/>
            <ac:spMk id="8" creationId="{0FA58B4A-2FCF-47F8-A2F6-D980B08EB9FC}"/>
          </ac:spMkLst>
        </pc:spChg>
      </pc:sldChg>
      <pc:sldChg chg="modSp">
        <pc:chgData name="MD. ISMAIL HOSSEN" userId="a4e88416-0835-49b4-bf11-1bffe063ddad" providerId="ADAL" clId="{F0F3819D-44D9-423B-8A0C-2F5878DC8B0E}" dt="2020-04-30T08:44:45.573" v="10" actId="113"/>
        <pc:sldMkLst>
          <pc:docMk/>
          <pc:sldMk cId="2403014353" sldId="374"/>
        </pc:sldMkLst>
        <pc:spChg chg="mod">
          <ac:chgData name="MD. ISMAIL HOSSEN" userId="a4e88416-0835-49b4-bf11-1bffe063ddad" providerId="ADAL" clId="{F0F3819D-44D9-423B-8A0C-2F5878DC8B0E}" dt="2020-04-30T08:44:45.573" v="10" actId="113"/>
          <ac:spMkLst>
            <pc:docMk/>
            <pc:sldMk cId="2403014353" sldId="374"/>
            <ac:spMk id="8" creationId="{0FA58B4A-2FCF-47F8-A2F6-D980B08EB9FC}"/>
          </ac:spMkLst>
        </pc:spChg>
      </pc:sldChg>
      <pc:sldChg chg="modSp">
        <pc:chgData name="MD. ISMAIL HOSSEN" userId="a4e88416-0835-49b4-bf11-1bffe063ddad" providerId="ADAL" clId="{F0F3819D-44D9-423B-8A0C-2F5878DC8B0E}" dt="2020-04-30T08:44:58.047" v="12" actId="113"/>
        <pc:sldMkLst>
          <pc:docMk/>
          <pc:sldMk cId="2929636391" sldId="375"/>
        </pc:sldMkLst>
        <pc:spChg chg="mod">
          <ac:chgData name="MD. ISMAIL HOSSEN" userId="a4e88416-0835-49b4-bf11-1bffe063ddad" providerId="ADAL" clId="{F0F3819D-44D9-423B-8A0C-2F5878DC8B0E}" dt="2020-04-30T08:44:58.047" v="12" actId="113"/>
          <ac:spMkLst>
            <pc:docMk/>
            <pc:sldMk cId="2929636391" sldId="375"/>
            <ac:spMk id="8" creationId="{0FA58B4A-2FCF-47F8-A2F6-D980B08EB9FC}"/>
          </ac:spMkLst>
        </pc:spChg>
      </pc:sldChg>
      <pc:sldChg chg="modSp">
        <pc:chgData name="MD. ISMAIL HOSSEN" userId="a4e88416-0835-49b4-bf11-1bffe063ddad" providerId="ADAL" clId="{F0F3819D-44D9-423B-8A0C-2F5878DC8B0E}" dt="2020-04-30T08:45:10.952" v="14" actId="113"/>
        <pc:sldMkLst>
          <pc:docMk/>
          <pc:sldMk cId="573564246" sldId="376"/>
        </pc:sldMkLst>
        <pc:spChg chg="mod">
          <ac:chgData name="MD. ISMAIL HOSSEN" userId="a4e88416-0835-49b4-bf11-1bffe063ddad" providerId="ADAL" clId="{F0F3819D-44D9-423B-8A0C-2F5878DC8B0E}" dt="2020-04-30T08:45:10.952" v="14" actId="113"/>
          <ac:spMkLst>
            <pc:docMk/>
            <pc:sldMk cId="573564246" sldId="376"/>
            <ac:spMk id="8" creationId="{0FA58B4A-2FCF-47F8-A2F6-D980B08EB9FC}"/>
          </ac:spMkLst>
        </pc:spChg>
      </pc:sldChg>
      <pc:sldChg chg="modSp">
        <pc:chgData name="MD. ISMAIL HOSSEN" userId="a4e88416-0835-49b4-bf11-1bffe063ddad" providerId="ADAL" clId="{F0F3819D-44D9-423B-8A0C-2F5878DC8B0E}" dt="2020-04-30T08:45:28.527" v="16" actId="113"/>
        <pc:sldMkLst>
          <pc:docMk/>
          <pc:sldMk cId="1956388191" sldId="377"/>
        </pc:sldMkLst>
        <pc:spChg chg="mod">
          <ac:chgData name="MD. ISMAIL HOSSEN" userId="a4e88416-0835-49b4-bf11-1bffe063ddad" providerId="ADAL" clId="{F0F3819D-44D9-423B-8A0C-2F5878DC8B0E}" dt="2020-04-30T08:45:28.527" v="16" actId="113"/>
          <ac:spMkLst>
            <pc:docMk/>
            <pc:sldMk cId="1956388191" sldId="377"/>
            <ac:spMk id="8" creationId="{0FA58B4A-2FCF-47F8-A2F6-D980B08EB9FC}"/>
          </ac:spMkLst>
        </pc:spChg>
      </pc:sldChg>
    </pc:docChg>
  </pc:docChgLst>
  <pc:docChgLst>
    <pc:chgData name="MD. ISMAIL HOSSEN" userId="a4e88416-0835-49b4-bf11-1bffe063ddad" providerId="ADAL" clId="{8066A1B7-F7E4-441A-95F4-2D7C5F5723BD}"/>
    <pc:docChg chg="undo redo custSel addSld delSld modSld">
      <pc:chgData name="MD. ISMAIL HOSSEN" userId="a4e88416-0835-49b4-bf11-1bffe063ddad" providerId="ADAL" clId="{8066A1B7-F7E4-441A-95F4-2D7C5F5723BD}" dt="2020-04-22T11:59:21.728" v="1015" actId="20577"/>
      <pc:docMkLst>
        <pc:docMk/>
      </pc:docMkLst>
      <pc:sldChg chg="addSp delSp modSp">
        <pc:chgData name="MD. ISMAIL HOSSEN" userId="a4e88416-0835-49b4-bf11-1bffe063ddad" providerId="ADAL" clId="{8066A1B7-F7E4-441A-95F4-2D7C5F5723BD}" dt="2020-04-22T05:18:07.871" v="15" actId="20577"/>
        <pc:sldMkLst>
          <pc:docMk/>
          <pc:sldMk cId="700707328" sldId="256"/>
        </pc:sldMkLst>
        <pc:spChg chg="mod">
          <ac:chgData name="MD. ISMAIL HOSSEN" userId="a4e88416-0835-49b4-bf11-1bffe063ddad" providerId="ADAL" clId="{8066A1B7-F7E4-441A-95F4-2D7C5F5723BD}" dt="2020-04-22T05:13:48.427" v="1" actId="27636"/>
          <ac:spMkLst>
            <pc:docMk/>
            <pc:sldMk cId="700707328" sldId="256"/>
            <ac:spMk id="2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05:17:55.286" v="11" actId="313"/>
          <ac:spMkLst>
            <pc:docMk/>
            <pc:sldMk cId="700707328" sldId="256"/>
            <ac:spMk id="3" creationId="{00000000-0000-0000-0000-000000000000}"/>
          </ac:spMkLst>
        </pc:spChg>
        <pc:spChg chg="add del">
          <ac:chgData name="MD. ISMAIL HOSSEN" userId="a4e88416-0835-49b4-bf11-1bffe063ddad" providerId="ADAL" clId="{8066A1B7-F7E4-441A-95F4-2D7C5F5723BD}" dt="2020-04-22T05:17:34.171" v="5"/>
          <ac:spMkLst>
            <pc:docMk/>
            <pc:sldMk cId="700707328" sldId="256"/>
            <ac:spMk id="5" creationId="{E377AC92-0BB3-41F9-96CE-2689BB4F4CEF}"/>
          </ac:spMkLst>
        </pc:spChg>
        <pc:spChg chg="mod">
          <ac:chgData name="MD. ISMAIL HOSSEN" userId="a4e88416-0835-49b4-bf11-1bffe063ddad" providerId="ADAL" clId="{8066A1B7-F7E4-441A-95F4-2D7C5F5723BD}" dt="2020-04-22T05:17:49.423" v="10" actId="27636"/>
          <ac:spMkLst>
            <pc:docMk/>
            <pc:sldMk cId="700707328" sldId="256"/>
            <ac:spMk id="8" creationId="{FF0F860A-68ED-3A45-9B2E-50E8CE1BC6B7}"/>
          </ac:spMkLst>
        </pc:spChg>
        <pc:graphicFrameChg chg="modGraphic">
          <ac:chgData name="MD. ISMAIL HOSSEN" userId="a4e88416-0835-49b4-bf11-1bffe063ddad" providerId="ADAL" clId="{8066A1B7-F7E4-441A-95F4-2D7C5F5723BD}" dt="2020-04-22T05:18:07.871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MD. ISMAIL HOSSEN" userId="a4e88416-0835-49b4-bf11-1bffe063ddad" providerId="ADAL" clId="{8066A1B7-F7E4-441A-95F4-2D7C5F5723BD}" dt="2020-04-22T11:08:56.883" v="823"/>
        <pc:sldMkLst>
          <pc:docMk/>
          <pc:sldMk cId="424874041" sldId="257"/>
        </pc:sldMkLst>
        <pc:spChg chg="mod">
          <ac:chgData name="MD. ISMAIL HOSSEN" userId="a4e88416-0835-49b4-bf11-1bffe063ddad" providerId="ADAL" clId="{8066A1B7-F7E4-441A-95F4-2D7C5F5723BD}" dt="2020-04-22T11:08:56.883" v="823"/>
          <ac:spMkLst>
            <pc:docMk/>
            <pc:sldMk cId="424874041" sldId="257"/>
            <ac:spMk id="3" creationId="{00000000-0000-0000-0000-000000000000}"/>
          </ac:spMkLst>
        </pc:spChg>
      </pc:sldChg>
      <pc:sldChg chg="modSp">
        <pc:chgData name="MD. ISMAIL HOSSEN" userId="a4e88416-0835-49b4-bf11-1bffe063ddad" providerId="ADAL" clId="{8066A1B7-F7E4-441A-95F4-2D7C5F5723BD}" dt="2020-04-22T11:17:01.552" v="858" actId="20577"/>
        <pc:sldMkLst>
          <pc:docMk/>
          <pc:sldMk cId="1923382373" sldId="264"/>
        </pc:sldMkLst>
        <pc:spChg chg="mod">
          <ac:chgData name="MD. ISMAIL HOSSEN" userId="a4e88416-0835-49b4-bf11-1bffe063ddad" providerId="ADAL" clId="{8066A1B7-F7E4-441A-95F4-2D7C5F5723BD}" dt="2020-04-22T11:17:01.552" v="858" actId="20577"/>
          <ac:spMkLst>
            <pc:docMk/>
            <pc:sldMk cId="1923382373" sldId="264"/>
            <ac:spMk id="4" creationId="{00000000-0000-0000-0000-000000000000}"/>
          </ac:spMkLst>
        </pc:spChg>
        <pc:spChg chg="mod">
          <ac:chgData name="MD. ISMAIL HOSSEN" userId="a4e88416-0835-49b4-bf11-1bffe063ddad" providerId="ADAL" clId="{8066A1B7-F7E4-441A-95F4-2D7C5F5723BD}" dt="2020-04-22T11:16:45.176" v="856" actId="12"/>
          <ac:spMkLst>
            <pc:docMk/>
            <pc:sldMk cId="1923382373" sldId="264"/>
            <ac:spMk id="5" creationId="{F2944A7F-5AE5-EC49-82AF-722C8C8F62C6}"/>
          </ac:spMkLst>
        </pc:spChg>
      </pc:sldChg>
      <pc:sldChg chg="modSp">
        <pc:chgData name="MD. ISMAIL HOSSEN" userId="a4e88416-0835-49b4-bf11-1bffe063ddad" providerId="ADAL" clId="{8066A1B7-F7E4-441A-95F4-2D7C5F5723BD}" dt="2020-04-22T11:59:21.728" v="1015" actId="20577"/>
        <pc:sldMkLst>
          <pc:docMk/>
          <pc:sldMk cId="3224969828" sldId="265"/>
        </pc:sldMkLst>
        <pc:spChg chg="mod">
          <ac:chgData name="MD. ISMAIL HOSSEN" userId="a4e88416-0835-49b4-bf11-1bffe063ddad" providerId="ADAL" clId="{8066A1B7-F7E4-441A-95F4-2D7C5F5723BD}" dt="2020-04-22T11:59:21.728" v="1015" actId="20577"/>
          <ac:spMkLst>
            <pc:docMk/>
            <pc:sldMk cId="3224969828" sldId="265"/>
            <ac:spMk id="3" creationId="{56CD2EA8-B54C-CE4F-A943-BFB367453E0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7/25/2023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dLkvasLSlo" TargetMode="External"/><Relationship Id="rId2" Type="http://schemas.openxmlformats.org/officeDocument/2006/relationships/hyperlink" Target="https://www.youtube.com/watch?v=2Gdvz_6m5j8&amp;t=236s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Procedures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231972"/>
              </p:ext>
            </p:extLst>
          </p:nvPr>
        </p:nvGraphicFramePr>
        <p:xfrm>
          <a:off x="421341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7823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23889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24819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Terminology of Procedures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Terminology of Procedures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idea is to take the original problem and decompose it into a series of sub problems that are easier to solve than the original.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high level languages, an assembly language program can also be structured as a collection of procedures.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procedures is the main procedure containing the entry point to the program.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342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Terminology of Procedures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carry out a task the main procedure calls one of the other procedures. It is also possible for these procedures to call each other or for a procedure to call itself.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 declaration: </a:t>
            </a:r>
          </a:p>
          <a:p>
            <a:pPr lvl="2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name PROC type</a:t>
            </a:r>
          </a:p>
          <a:p>
            <a:pPr lvl="2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; body of the procedure</a:t>
            </a:r>
          </a:p>
          <a:p>
            <a:pPr lvl="2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RET</a:t>
            </a:r>
          </a:p>
          <a:p>
            <a:pPr lvl="2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 ENDP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38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 Call and Return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is the user defined name of the procedure.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Near: It means that the statement that calls the procedure is in the same segment as the procedure it self.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Far: It means that the calling statement is in the a different segment.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 : The ret instruction causes control to transfer back to the calling procedure.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procedure should have a ret someplace (except main procedure) </a:t>
            </a:r>
          </a:p>
        </p:txBody>
      </p:sp>
    </p:spTree>
    <p:extLst>
      <p:ext uri="{BB962C8B-B14F-4D97-AF65-F5344CB8AC3E}">
        <p14:creationId xmlns:p14="http://schemas.microsoft.com/office/powerpoint/2010/main" val="2381534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Procedure Call and Return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 : The ret instruction causes control to transfer back to the calling procedure.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procedure should have a ret someplace (except main procedure)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6CBA8-7B9A-4B4F-8CC0-02DF899CBE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57269" y="3538903"/>
            <a:ext cx="3010486" cy="273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95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Tasks :1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to that has three procedures named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Print one greetings from each of the procedures. </a:t>
            </a:r>
          </a:p>
          <a:p>
            <a:pPr lvl="3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execution: </a:t>
            </a:r>
          </a:p>
          <a:p>
            <a:pPr lvl="3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Hi, I am from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Procedure</a:t>
            </a:r>
          </a:p>
          <a:p>
            <a:pPr lvl="3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Hi, I am from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Procedure</a:t>
            </a:r>
          </a:p>
          <a:p>
            <a:pPr lvl="3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Hi, I am from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Procedure</a:t>
            </a:r>
          </a:p>
          <a:p>
            <a:pPr lvl="3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7390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Tasks :2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prompts the user to enter a character, and on subsequent lines prints its ASCII code in binary, and the number of 1 bit in its ASCII code. Hint: Use 2 Procedures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 lvl="3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execution: 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A CHARACTER: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ASCII CODE OF A IN BINARY IS: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01000001 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BITS IS: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</a:p>
        </p:txBody>
      </p:sp>
    </p:spTree>
    <p:extLst>
      <p:ext uri="{BB962C8B-B14F-4D97-AF65-F5344CB8AC3E}">
        <p14:creationId xmlns:p14="http://schemas.microsoft.com/office/powerpoint/2010/main" val="1956388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Tasks :3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prompts the user to enter a character, and on subsequent lines prints its ASCII code in binary, and the number of 0 bit in its ASCII code. Hint: Use 2 Procedures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pPr lvl="3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execution: 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A CHARACTER: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ASCII CODE OF A IN BINARY IS: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01000001 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BITS IS: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</a:p>
        </p:txBody>
      </p:sp>
    </p:spTree>
    <p:extLst>
      <p:ext uri="{BB962C8B-B14F-4D97-AF65-F5344CB8AC3E}">
        <p14:creationId xmlns:p14="http://schemas.microsoft.com/office/powerpoint/2010/main" val="1550889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Tasks :4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gives the following output in DOS. Hint: Use 2 Procedures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User!!</a:t>
            </a:r>
          </a:p>
          <a:p>
            <a:pPr lvl="3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User Enter Letter 1:</a:t>
            </a:r>
          </a:p>
          <a:p>
            <a:pPr lvl="3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  <a:p>
            <a:pPr lvl="3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User Enter Letter 2:</a:t>
            </a:r>
          </a:p>
          <a:p>
            <a:pPr lvl="3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  <a:p>
            <a:pPr lvl="3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User Enter Letter 3:</a:t>
            </a:r>
          </a:p>
          <a:p>
            <a:pPr lvl="3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  <a:p>
            <a:pPr lvl="3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lvl="3"/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                                                                                                                  K</a:t>
            </a:r>
          </a:p>
        </p:txBody>
      </p:sp>
    </p:spTree>
    <p:extLst>
      <p:ext uri="{BB962C8B-B14F-4D97-AF65-F5344CB8AC3E}">
        <p14:creationId xmlns:p14="http://schemas.microsoft.com/office/powerpoint/2010/main" val="860668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Tasks :5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gives the following output in DOS. Hint: Use 2 Procedures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My Calculator!!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User Enter A Hex Digit (A-F):</a:t>
            </a:r>
          </a:p>
          <a:p>
            <a:pPr lvl="3"/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Decimal it is: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using my Calculator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good day</a:t>
            </a:r>
          </a:p>
        </p:txBody>
      </p:sp>
    </p:spTree>
    <p:extLst>
      <p:ext uri="{BB962C8B-B14F-4D97-AF65-F5344CB8AC3E}">
        <p14:creationId xmlns:p14="http://schemas.microsoft.com/office/powerpoint/2010/main" val="1628009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Tasks :6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to convert small letter into capital letter. Hint: Use 2 Procedures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2403014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Tasks :7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gives the following output in DOS. Hint: Use 2 Procedures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My Calculator!!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User Enter Digit 1:</a:t>
            </a:r>
          </a:p>
          <a:p>
            <a:pPr lvl="3"/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User Enter Digit 2:</a:t>
            </a:r>
          </a:p>
          <a:p>
            <a:pPr lvl="3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lvl="3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using my Calculator</a:t>
            </a:r>
          </a:p>
        </p:txBody>
      </p:sp>
    </p:spTree>
    <p:extLst>
      <p:ext uri="{BB962C8B-B14F-4D97-AF65-F5344CB8AC3E}">
        <p14:creationId xmlns:p14="http://schemas.microsoft.com/office/powerpoint/2010/main" val="2929636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Tasks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4C160C-F333-46D6-985E-F7B2083582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Tasks :8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A58B4A-2FCF-47F8-A2F6-D980B08EB9FC}"/>
              </a:ext>
            </a:extLst>
          </p:cNvPr>
          <p:cNvSpPr/>
          <p:nvPr/>
        </p:nvSpPr>
        <p:spPr>
          <a:xfrm>
            <a:off x="694944" y="2115737"/>
            <a:ext cx="7754112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gives the following output in DOS. Hint: Use 2 Procedures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My Calculator!!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User Enter Digit 1:</a:t>
            </a:r>
          </a:p>
          <a:p>
            <a:pPr lvl="3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User Enter Digit 2:</a:t>
            </a:r>
          </a:p>
          <a:p>
            <a:pPr lvl="3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lvl="3"/>
            <a:r>
              <a:rPr lang="en-US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lvl="3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using my Calculator</a:t>
            </a:r>
          </a:p>
        </p:txBody>
      </p:sp>
    </p:spTree>
    <p:extLst>
      <p:ext uri="{BB962C8B-B14F-4D97-AF65-F5344CB8AC3E}">
        <p14:creationId xmlns:p14="http://schemas.microsoft.com/office/powerpoint/2010/main" val="573564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912268" y="1755056"/>
            <a:ext cx="7120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stack, push, pop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https://www.youtube.com/watch?v=2Gdvz_6m5j8&amp;t=236s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Defining </a:t>
            </a:r>
            <a:r>
              <a:rPr lang="en-US" dirty="0"/>
              <a:t>and Using Procedures, CALL and RET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https://www.youtube.com/watch?v=0dLkvasLSlo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2878</TotalTime>
  <Words>795</Words>
  <Application>Microsoft Office PowerPoint</Application>
  <PresentationFormat>On-screen Show (4:3)</PresentationFormat>
  <Paragraphs>144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Corbel</vt:lpstr>
      <vt:lpstr>Times New Roman</vt:lpstr>
      <vt:lpstr>Wingdings</vt:lpstr>
      <vt:lpstr>Spectrum</vt:lpstr>
      <vt:lpstr>Introduction to Procedures</vt:lpstr>
      <vt:lpstr>Lab Outline</vt:lpstr>
      <vt:lpstr>Terminology of Procedures</vt:lpstr>
      <vt:lpstr>Terminology of Procedures</vt:lpstr>
      <vt:lpstr>Procedure Call and Return</vt:lpstr>
      <vt:lpstr>Procedure Call and Return</vt:lpstr>
      <vt:lpstr>Lab Tasks</vt:lpstr>
      <vt:lpstr>Lab Tasks</vt:lpstr>
      <vt:lpstr>Lab Tasks</vt:lpstr>
      <vt:lpstr>Lab Tasks</vt:lpstr>
      <vt:lpstr>Lab Tasks</vt:lpstr>
      <vt:lpstr>Lab Tasks</vt:lpstr>
      <vt:lpstr>Lab Tasks</vt:lpstr>
      <vt:lpstr>Lab Tasks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50</cp:revision>
  <dcterms:created xsi:type="dcterms:W3CDTF">2018-12-10T17:20:29Z</dcterms:created>
  <dcterms:modified xsi:type="dcterms:W3CDTF">2023-07-25T09:56:51Z</dcterms:modified>
</cp:coreProperties>
</file>