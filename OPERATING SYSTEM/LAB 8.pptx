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6077"/>
  </p:normalViewPr>
  <p:slideViewPr>
    <p:cSldViewPr snapToGrid="0" snapToObjects="1">
      <p:cViewPr varScale="1">
        <p:scale>
          <a:sx n="87" d="100"/>
          <a:sy n="87" d="100"/>
        </p:scale>
        <p:origin x="23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12/2/20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2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you add anything else to your script, you need to alert the system that a shell script is being started. This is done using the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shebang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construct.</a:t>
            </a:r>
          </a:p>
          <a:p>
            <a:r>
              <a:rPr lang="en-GB" dirty="0"/>
              <a:t>#!/bin/bash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tells the system that the commands that follow are to be executed by the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Bourne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Again shell (Bash).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called a shebang because the </a:t>
            </a:r>
            <a:r>
              <a:rPr lang="en-GB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</a:t>
            </a:r>
            <a:r>
              <a:rPr lang="en-GB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symbol is called a hash, and the ! symbol is called a bang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  <a:p>
            <a:endParaRPr lang="en-GB" dirty="0"/>
          </a:p>
          <a:p>
            <a:r>
              <a:rPr lang="en-GB" dirty="0"/>
              <a:t>$date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52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execute a program available in the current directory, use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</a:t>
            </a:r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program_name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74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name of a variable can contain only letters (a to z or A to Z), numbers ( 0 to 9) or the underscore character ( _)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access the value stored in a variable, prefix its name with the dollar sign (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4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1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Shell provides a way to mark variables as read-only by using the read-only command. After a variable is marked read-only, its value cannot be changed.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95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#!/bin/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Author 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Onik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Script follows here: 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"What is your name?"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PERSON 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"Hello, $PERSON”</a:t>
            </a:r>
          </a:p>
          <a:p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dirty="0"/>
              <a:t>$./</a:t>
            </a:r>
            <a:r>
              <a:rPr lang="en-GB" dirty="0" err="1"/>
              <a:t>test.sh</a:t>
            </a:r>
            <a:endParaRPr lang="en-GB" dirty="0"/>
          </a:p>
          <a:p>
            <a:endParaRPr lang="en-GB" dirty="0"/>
          </a:p>
          <a:p>
            <a:r>
              <a:rPr lang="en-GB" dirty="0"/>
              <a:t>Try multiple input and output</a:t>
            </a:r>
          </a:p>
          <a:p>
            <a:endParaRPr lang="en-BD" dirty="0"/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42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6B0FEB-E303-4A4A-A013-42557A45CD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2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8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813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First Shell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Running First Program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Shell Variables Rules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Comments and Escape Characters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Reading User Input 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Operators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chemeClr val="tx1"/>
                </a:solidFill>
              </a:rPr>
              <a:t>Floating Point Calculation 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First Shell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At first create a file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touch hello.sh [</a:t>
            </a:r>
            <a:r>
              <a:rPr lang="en-US" dirty="0" err="1"/>
              <a:t>sh</a:t>
            </a:r>
            <a:r>
              <a:rPr lang="en-US" dirty="0"/>
              <a:t> is not mandatory it helps text editors to differentiate shell scripts from others]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Open the file with any text editor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vi filename.sh [here using vi text editor]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Print Hello World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Start with </a:t>
            </a:r>
            <a:r>
              <a:rPr lang="en-US" b="1" dirty="0"/>
              <a:t>#! /bin/bash </a:t>
            </a:r>
            <a:r>
              <a:rPr lang="en-US" dirty="0"/>
              <a:t>[location of bash]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echo Hello World or echo “Hello World”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Save Code</a:t>
            </a:r>
          </a:p>
        </p:txBody>
      </p:sp>
    </p:spTree>
    <p:extLst>
      <p:ext uri="{BB962C8B-B14F-4D97-AF65-F5344CB8AC3E}">
        <p14:creationId xmlns:p14="http://schemas.microsoft.com/office/powerpoint/2010/main" val="2356883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Running First Program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4846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To run a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./filename.sh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Permission denied right?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Check the permission details of that file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ls</a:t>
            </a:r>
            <a:r>
              <a:rPr lang="en-US" dirty="0"/>
              <a:t> –l filename.sh [user don’t have execute permission by default]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Change Permission</a:t>
            </a:r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u+x</a:t>
            </a:r>
            <a:r>
              <a:rPr lang="en-US" dirty="0"/>
              <a:t> </a:t>
            </a:r>
            <a:r>
              <a:rPr lang="en-US" dirty="0" err="1"/>
              <a:t>filename.sh</a:t>
            </a:r>
            <a:endParaRPr lang="en-US" dirty="0"/>
          </a:p>
          <a:p>
            <a:pPr lvl="2">
              <a:buFont typeface="Wingdings" pitchFamily="2" charset="2"/>
              <a:buChar char="q"/>
            </a:pPr>
            <a:r>
              <a:rPr lang="en-US" dirty="0" err="1"/>
              <a:t>Chmod</a:t>
            </a:r>
            <a:r>
              <a:rPr lang="en-US" dirty="0"/>
              <a:t> 744 </a:t>
            </a:r>
            <a:r>
              <a:rPr lang="en-US" dirty="0" err="1"/>
              <a:t>filename.sh</a:t>
            </a:r>
            <a:endParaRPr lang="en-US" dirty="0"/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run the program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bash filename.sh [No Permission Needed]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or ./filename.sh [Now it will work]</a:t>
            </a:r>
          </a:p>
          <a:p>
            <a:pPr>
              <a:spcBef>
                <a:spcPts val="600"/>
              </a:spcBef>
              <a:buFont typeface="Wingdings" pitchFamily="2" charset="2"/>
              <a:buChar char="q"/>
            </a:pPr>
            <a:r>
              <a:rPr lang="en-US" sz="2000" b="1" dirty="0"/>
              <a:t>Now its running fine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335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While using variable use $ sign before the 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Don’t need declaration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There are two types of shell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System Variables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User defined Variables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System Variables: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Usually maintained by Operating systems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Written in all capitals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Examples: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 [knowing the bash location]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$BASH_VERSION [knowing the bash version]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$HOME [knowing the home directory]</a:t>
            </a:r>
          </a:p>
          <a:p>
            <a:pPr lvl="2">
              <a:buFont typeface="Wingdings" pitchFamily="2" charset="2"/>
              <a:buChar char="q"/>
            </a:pPr>
            <a:r>
              <a:rPr lang="en-US" dirty="0"/>
              <a:t>$PWD [present working directory]</a:t>
            </a:r>
          </a:p>
        </p:txBody>
      </p:sp>
    </p:spTree>
    <p:extLst>
      <p:ext uri="{BB962C8B-B14F-4D97-AF65-F5344CB8AC3E}">
        <p14:creationId xmlns:p14="http://schemas.microsoft.com/office/powerpoint/2010/main" val="3547039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User defined variables Syntax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Name=Alex [here Name is the variable name and Alex is value]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>
                <a:solidFill>
                  <a:srgbClr val="FF0000"/>
                </a:solidFill>
              </a:rPr>
              <a:t>***** Don’t Use Space in variable assignment like below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		Name = Alex or Name =Alex or Name= Alex *****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Using the variable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dirty="0"/>
              <a:t>echo $Name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Try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My name is 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“My name is ”$Name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echo “This is ”$Name“ Who did this!”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62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Shell Variables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/>
              <a:t>The shell does not care about types of variables; they may store strings, integers, real numbers - anything you like.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Loosely coupled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Variables in the Bourne shell do not have to be declared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Variable Name cannot be started with numeric values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/>
              <a:t>Space is not allowed in name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2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Comments and Escape Characters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2222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b="1" dirty="0"/>
              <a:t>Comments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Comments are used for documentation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It’s a good programming practice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# is used comment any line in shell script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# This is a comment</a:t>
            </a:r>
          </a:p>
          <a:p>
            <a:pPr marL="0" indent="0">
              <a:buNone/>
            </a:pPr>
            <a:r>
              <a:rPr lang="en-US" sz="2200" dirty="0"/>
              <a:t>		echo hello # this is a comment</a:t>
            </a:r>
          </a:p>
          <a:p>
            <a:pPr>
              <a:buFont typeface="Wingdings" pitchFamily="2" charset="2"/>
              <a:buChar char="q"/>
            </a:pPr>
            <a:r>
              <a:rPr lang="en-US" sz="2200" b="1" dirty="0"/>
              <a:t>Escape Characters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\</a:t>
            </a:r>
          </a:p>
          <a:p>
            <a:pPr lvl="1">
              <a:buFont typeface="Wingdings" pitchFamily="2" charset="2"/>
              <a:buChar char="q"/>
            </a:pPr>
            <a:r>
              <a:rPr lang="en-US" sz="2000" dirty="0"/>
              <a:t>Example: Hello \”World\” to print Hello “world”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21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Reading User Input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read command takes input from the keyboard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Syntax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</a:t>
            </a:r>
            <a:r>
              <a:rPr lang="en-US" sz="2000" dirty="0" err="1"/>
              <a:t>variablename</a:t>
            </a:r>
            <a:r>
              <a:rPr lang="en-US" sz="2000" dirty="0"/>
              <a:t> [input will be saved in </a:t>
            </a:r>
            <a:r>
              <a:rPr lang="en-US" sz="2000" dirty="0" err="1"/>
              <a:t>variablename</a:t>
            </a:r>
            <a:r>
              <a:rPr lang="en-US" sz="2000" dirty="0"/>
              <a:t>]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Using the taken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Use the </a:t>
            </a:r>
            <a:r>
              <a:rPr lang="en-US" sz="2000" dirty="0" err="1"/>
              <a:t>variablename</a:t>
            </a:r>
            <a:r>
              <a:rPr lang="en-US" sz="2000" dirty="0"/>
              <a:t> with $ sign like $</a:t>
            </a:r>
            <a:r>
              <a:rPr lang="en-US" sz="2000" dirty="0" err="1"/>
              <a:t>variablename</a:t>
            </a:r>
            <a:endParaRPr lang="en-US" sz="2000" dirty="0"/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Example: The entered value is $</a:t>
            </a:r>
            <a:r>
              <a:rPr lang="en-US" sz="2000" dirty="0" err="1"/>
              <a:t>variablename</a:t>
            </a:r>
            <a:endParaRPr lang="en-US" sz="20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Multiple values input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variablename1 variablename2 …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While giving multiple input use space to separate don’t press enter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input in same line (not in next line) // p flag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–p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(read –p comment </a:t>
            </a:r>
            <a:r>
              <a:rPr lang="en-US" sz="2000" dirty="0" err="1"/>
              <a:t>variablename</a:t>
            </a:r>
            <a:r>
              <a:rPr lang="en-US" sz="2000" dirty="0"/>
              <a:t>)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Taking silent input like password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–s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new line]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read –</a:t>
            </a:r>
            <a:r>
              <a:rPr lang="en-US" sz="2000" dirty="0" err="1"/>
              <a:t>sp</a:t>
            </a:r>
            <a:r>
              <a:rPr lang="en-US" sz="2000" dirty="0"/>
              <a:t> “Enter Variable” </a:t>
            </a:r>
            <a:r>
              <a:rPr lang="en-US" sz="2000" dirty="0" err="1"/>
              <a:t>variablename</a:t>
            </a:r>
            <a:r>
              <a:rPr lang="en-US" sz="2000" dirty="0"/>
              <a:t> [silent in same line]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5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Arithmetic Operator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BASH don’t have any mechanism to perform arithmetic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uses </a:t>
            </a:r>
            <a:r>
              <a:rPr lang="en-US" sz="2000" dirty="0" err="1"/>
              <a:t>expr</a:t>
            </a:r>
            <a:r>
              <a:rPr lang="en-US" sz="2000" dirty="0"/>
              <a:t> [external program] to perform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 err="1"/>
              <a:t>expr</a:t>
            </a:r>
            <a:r>
              <a:rPr lang="en-US" sz="2000" dirty="0"/>
              <a:t> only performs integer operations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Floating value calculations are discussed later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	****Most Important Things to Remember****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There must be spaces between operators and expressions</a:t>
            </a:r>
          </a:p>
          <a:p>
            <a:pPr marL="457200" lvl="1" indent="0">
              <a:spcBef>
                <a:spcPts val="1000"/>
              </a:spcBef>
              <a:buNone/>
            </a:pPr>
            <a:r>
              <a:rPr lang="en-US" sz="2000" dirty="0"/>
              <a:t>	2+2 is not correct it should be 2 + 2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It should be written like `</a:t>
            </a:r>
            <a:r>
              <a:rPr lang="en-US" sz="2000" dirty="0" err="1"/>
              <a:t>expr</a:t>
            </a:r>
            <a:r>
              <a:rPr lang="en-US" sz="2000" dirty="0"/>
              <a:t> 2 + 2` or $(</a:t>
            </a:r>
            <a:r>
              <a:rPr lang="en-US" sz="2000" dirty="0" err="1"/>
              <a:t>expr</a:t>
            </a:r>
            <a:r>
              <a:rPr lang="en-US" sz="2000" dirty="0"/>
              <a:t> 2 + 2)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` This symbol is called </a:t>
            </a:r>
            <a:r>
              <a:rPr lang="en-US" sz="2000" dirty="0" err="1"/>
              <a:t>backtick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2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Some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 lnSpcReduction="1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Assuming a=20 b=10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Addition will be sum=$(</a:t>
            </a:r>
            <a:r>
              <a:rPr lang="en-US" sz="2000" b="1" dirty="0" err="1"/>
              <a:t>expr</a:t>
            </a:r>
            <a:r>
              <a:rPr lang="en-US" sz="2000" b="1" dirty="0"/>
              <a:t> $a +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sum=`</a:t>
            </a:r>
            <a:r>
              <a:rPr lang="en-US" sz="2000" dirty="0" err="1"/>
              <a:t>expr</a:t>
            </a:r>
            <a:r>
              <a:rPr lang="en-US" sz="2000" dirty="0"/>
              <a:t> $a +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Subtraction will be sub=$(</a:t>
            </a:r>
            <a:r>
              <a:rPr lang="en-US" sz="2000" b="1" dirty="0" err="1"/>
              <a:t>expr</a:t>
            </a:r>
            <a:r>
              <a:rPr lang="en-US" sz="2000" b="1" dirty="0"/>
              <a:t> $a -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sub=`</a:t>
            </a:r>
            <a:r>
              <a:rPr lang="en-US" sz="2000" dirty="0" err="1"/>
              <a:t>expr</a:t>
            </a:r>
            <a:r>
              <a:rPr lang="en-US" sz="2000" dirty="0"/>
              <a:t> $a -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Multiplication will be multi=$(</a:t>
            </a:r>
            <a:r>
              <a:rPr lang="en-US" sz="2000" b="1" dirty="0" err="1"/>
              <a:t>expr</a:t>
            </a:r>
            <a:r>
              <a:rPr lang="en-US" sz="2000" b="1" dirty="0"/>
              <a:t> $a \*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multi=`</a:t>
            </a:r>
            <a:r>
              <a:rPr lang="en-US" sz="2000" dirty="0" err="1"/>
              <a:t>expr</a:t>
            </a:r>
            <a:r>
              <a:rPr lang="en-US" sz="2000" dirty="0"/>
              <a:t> $a \*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Division will be div=$(</a:t>
            </a:r>
            <a:r>
              <a:rPr lang="en-US" sz="2000" b="1" dirty="0" err="1"/>
              <a:t>expr</a:t>
            </a:r>
            <a:r>
              <a:rPr lang="en-US" sz="2000" b="1" dirty="0"/>
              <a:t> $a /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div=`</a:t>
            </a:r>
            <a:r>
              <a:rPr lang="en-US" sz="2000" dirty="0" err="1"/>
              <a:t>expr</a:t>
            </a:r>
            <a:r>
              <a:rPr lang="en-US" sz="2000" dirty="0"/>
              <a:t> $a / $b`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b="1" dirty="0"/>
              <a:t>Modulus will be mod==$(</a:t>
            </a:r>
            <a:r>
              <a:rPr lang="en-US" sz="2000" b="1" dirty="0" err="1"/>
              <a:t>expr</a:t>
            </a:r>
            <a:r>
              <a:rPr lang="en-US" sz="2000" b="1" dirty="0"/>
              <a:t> $a % $b) or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	mod=`</a:t>
            </a:r>
            <a:r>
              <a:rPr lang="en-US" sz="2000" dirty="0" err="1"/>
              <a:t>expr</a:t>
            </a:r>
            <a:r>
              <a:rPr lang="en-US" sz="2000" dirty="0"/>
              <a:t> $a % $b`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16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000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Bourne Shell supports the following relational operators that are specific to numeric values.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sz="1800" dirty="0"/>
              <a:t>Following operators will not work for strings.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*All relational operators must be inside square braces with spaces around them*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00B050"/>
                </a:solidFill>
              </a:rPr>
              <a:t>[ $a == $b ] [CORRECT]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 == $b] [WRONG]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sz="1800" dirty="0"/>
              <a:t>[$a==$b] [WRONG]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10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Relational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-eq or == to check equality of 2 number [ $a- eq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-ne or != to check inequality of 2 number [ $a -ne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gt</a:t>
            </a:r>
            <a:r>
              <a:rPr lang="en-US" dirty="0"/>
              <a:t> or &gt; to check left operand is greater or not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lt</a:t>
            </a:r>
            <a:r>
              <a:rPr lang="en-US" dirty="0"/>
              <a:t> or &lt; to check left operand is greater or not [ $a -</a:t>
            </a:r>
            <a:r>
              <a:rPr lang="en-US" dirty="0" err="1"/>
              <a:t>lt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</a:t>
            </a:r>
            <a:r>
              <a:rPr lang="en-US" dirty="0" err="1"/>
              <a:t>ge</a:t>
            </a:r>
            <a:r>
              <a:rPr lang="en-US" dirty="0"/>
              <a:t> or &gt;= to check left operand is greater or equal [ $a -</a:t>
            </a:r>
            <a:r>
              <a:rPr lang="en-US" dirty="0" err="1"/>
              <a:t>ge</a:t>
            </a:r>
            <a:r>
              <a:rPr lang="en-US" dirty="0"/>
              <a:t>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-le or &lt;= to check left operand is lesser or equal [ $a -le $b ] </a:t>
            </a:r>
          </a:p>
        </p:txBody>
      </p:sp>
    </p:spTree>
    <p:extLst>
      <p:ext uri="{BB962C8B-B14F-4D97-AF65-F5344CB8AC3E}">
        <p14:creationId xmlns:p14="http://schemas.microsoft.com/office/powerpoint/2010/main" val="1436851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b="1" dirty="0"/>
              <a:t>String Operators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= checks the equality [ $a 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!= checks the inequality [ $a != $b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-z Checks if the given string operand size is zero; if it is zero length, then it returns true. [ -z $a ]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-n Checks if the given string operand size is non-zero; if it is nonzero length, then it returns true. [ -n $a ]</a:t>
            </a:r>
          </a:p>
        </p:txBody>
      </p:sp>
    </p:spTree>
    <p:extLst>
      <p:ext uri="{BB962C8B-B14F-4D97-AF65-F5344CB8AC3E}">
        <p14:creationId xmlns:p14="http://schemas.microsoft.com/office/powerpoint/2010/main" val="1032679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Floating Point Calculation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903956"/>
            <a:ext cx="8574087" cy="4559474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Floating points can not be evaluated with </a:t>
            </a:r>
            <a:r>
              <a:rPr lang="en-US" sz="2200" dirty="0" err="1"/>
              <a:t>expr</a:t>
            </a:r>
            <a:r>
              <a:rPr lang="en-US" sz="2200" dirty="0"/>
              <a:t> it can be calculated with a </a:t>
            </a:r>
            <a:r>
              <a:rPr lang="en-US" sz="2200" dirty="0" err="1"/>
              <a:t>bc</a:t>
            </a:r>
            <a:r>
              <a:rPr lang="en-US" sz="2200" dirty="0"/>
              <a:t> utility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num1=20.5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num2=10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echo “$num1+$num2” | </a:t>
            </a:r>
            <a:r>
              <a:rPr lang="en-US" sz="2200" dirty="0" err="1"/>
              <a:t>bc</a:t>
            </a:r>
            <a:endParaRPr lang="en-US" sz="2200" dirty="0"/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For storing values into a variable</a:t>
            </a:r>
          </a:p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sz="2200" dirty="0"/>
              <a:t>num3=$(</a:t>
            </a:r>
            <a:r>
              <a:rPr lang="en-US" sz="2200" dirty="0" err="1"/>
              <a:t>bc</a:t>
            </a:r>
            <a:r>
              <a:rPr lang="en-US" sz="2200" dirty="0"/>
              <a:t> &lt;&lt;&lt; “$num1+num2”)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*****Remember the spaces and \* will not be applicable here*****</a:t>
            </a:r>
          </a:p>
          <a:p>
            <a:pPr marL="460375" lvl="1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It uses simple equation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264607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635</TotalTime>
  <Words>1361</Words>
  <Application>Microsoft Macintosh PowerPoint</Application>
  <PresentationFormat>On-screen Show (4:3)</PresentationFormat>
  <Paragraphs>186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Wingdings</vt:lpstr>
      <vt:lpstr>Spectrum</vt:lpstr>
      <vt:lpstr>LAB 8</vt:lpstr>
      <vt:lpstr>Lecture Outline</vt:lpstr>
      <vt:lpstr>First Shell Program </vt:lpstr>
      <vt:lpstr>Running First Program </vt:lpstr>
      <vt:lpstr>Shell Variables </vt:lpstr>
      <vt:lpstr>Shell Variables (cont’d)</vt:lpstr>
      <vt:lpstr>Shell Variables Rules</vt:lpstr>
      <vt:lpstr>Comments and Escape Characters </vt:lpstr>
      <vt:lpstr>Reading User Input </vt:lpstr>
      <vt:lpstr>Operators</vt:lpstr>
      <vt:lpstr>Some Examples </vt:lpstr>
      <vt:lpstr>Operators</vt:lpstr>
      <vt:lpstr>Operators</vt:lpstr>
      <vt:lpstr>Operators</vt:lpstr>
      <vt:lpstr>Floating Point Calculation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Microsoft Office User</cp:lastModifiedBy>
  <cp:revision>49</cp:revision>
  <dcterms:created xsi:type="dcterms:W3CDTF">2018-12-10T17:20:29Z</dcterms:created>
  <dcterms:modified xsi:type="dcterms:W3CDTF">2020-12-02T10:55:52Z</dcterms:modified>
</cp:coreProperties>
</file>