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16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8/27/20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9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92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Control Flow Statements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Cases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Logical Operators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*****There must be a space before and after the condition*****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	if [condition] not correct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</a:t>
            </a:r>
            <a:r>
              <a:rPr lang="en-US" dirty="0">
                <a:solidFill>
                  <a:srgbClr val="00B050"/>
                </a:solidFill>
              </a:rPr>
              <a:t>Must be written like this if [ condition ]</a:t>
            </a:r>
          </a:p>
        </p:txBody>
      </p:sp>
    </p:spTree>
    <p:extLst>
      <p:ext uri="{BB962C8B-B14F-4D97-AF65-F5344CB8AC3E}">
        <p14:creationId xmlns:p14="http://schemas.microsoft.com/office/powerpoint/2010/main" val="167568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if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4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count=10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$count –</a:t>
            </a:r>
            <a:r>
              <a:rPr lang="en-US" dirty="0" err="1"/>
              <a:t>eq</a:t>
            </a:r>
            <a:r>
              <a:rPr lang="en-US" dirty="0"/>
              <a:t> 9 ]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World”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OS”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9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662695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Used for multi level if conditions that means else if conditions.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Syntax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case expression in 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1:]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2:]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var</a:t>
            </a:r>
            <a:r>
              <a:rPr lang="en-US" sz="1800" dirty="0"/>
              <a:t>=“Rahim”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case $</a:t>
            </a:r>
            <a:r>
              <a:rPr lang="en-US" sz="1800" dirty="0" err="1"/>
              <a:t>var</a:t>
            </a:r>
            <a:r>
              <a:rPr lang="en-US" sz="1800" dirty="0"/>
              <a:t> in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</a:t>
            </a:r>
            <a:r>
              <a:rPr lang="en-US" sz="1800" dirty="0" err="1"/>
              <a:t>Karim</a:t>
            </a:r>
            <a:r>
              <a:rPr lang="en-US" sz="1800" dirty="0"/>
              <a:t>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</a:t>
            </a:r>
            <a:r>
              <a:rPr lang="en-US" sz="1800" dirty="0" err="1"/>
              <a:t>Karim</a:t>
            </a:r>
            <a:r>
              <a:rPr lang="en-US" sz="1800" dirty="0"/>
              <a:t> is good”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“Rahim”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“Rahim is bad”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“Unknown”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6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80159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OR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||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AND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&amp;&amp;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	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81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230</TotalTime>
  <Words>520</Words>
  <Application>Microsoft Macintosh PowerPoint</Application>
  <PresentationFormat>On-screen Show (4:3)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9</vt:lpstr>
      <vt:lpstr>Lecture Outline</vt:lpstr>
      <vt:lpstr>Control Flow Statements </vt:lpstr>
      <vt:lpstr>Control Flow Statements </vt:lpstr>
      <vt:lpstr>Example</vt:lpstr>
      <vt:lpstr>Cases</vt:lpstr>
      <vt:lpstr>Example</vt:lpstr>
      <vt:lpstr>Logical Operators </vt:lpstr>
      <vt:lpstr>Logical Operators </vt:lpstr>
      <vt:lpstr>Logical Operators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27</cp:revision>
  <dcterms:created xsi:type="dcterms:W3CDTF">2018-12-10T17:20:29Z</dcterms:created>
  <dcterms:modified xsi:type="dcterms:W3CDTF">2020-08-27T05:18:54Z</dcterms:modified>
</cp:coreProperties>
</file>